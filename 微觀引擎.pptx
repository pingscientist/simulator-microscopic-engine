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8" r:id="rId9"/>
    <p:sldId id="266" r:id="rId10"/>
    <p:sldId id="267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2:41.07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86 0 8627,'6'5'0,"-3"2"0,-1 3 0,-2 0 0,0 1 0,0 0 0,0 0 0,0 0 0,-2 2 0,-1 2 0,2 4 0,-3-2 0,3 4 0,1 0 0,0 0 0,0 2 0,0 2 0,0 3 0,0 3 0,0 4 0,0 3 0,0 4 0,-1 6 0,-3-1 0,-3 4 0,-2 0 0,-2-2 0,0-3 0,1-7 0,-1-4 0,4-9 0,1-3 0,1-5 0,2-4 0,6-5 0,2-8 0,1-3 0,2-1 0,2 1 0,0 0 0,1-2 0,0 2 0,3-3 0,0 1 0,-1 2 0,-1 1 0,2 1 0,1-1 0,-1-2 0,1 0 0,-3-1 0,3 4 0,0 0 0,-1 0 0,0 0 0,-2 0 0,1 0 0,1 0 0,1 0 0,0 5 0,2 1 0</inkml:trace>
  <inkml:trace contextRef="#ctx0" brushRef="#br0" timeOffset="849">492 695 8627,'6'-11'0,"-3"0"0,-1 1 0,-2-1 0,0 0 0,0 1 0,0-1 0,0 4 0,-2 0 0,0-2-1,-2 0 1,-3-2 0,3 1 0,-2-1 0,-1 4 0,-4 1 0,0 1 0,0 1 0,1 6 0,0 1 0,3 4 0,-2 4 0,3 3 0,0 5 0,2 5 0,0 0 0,0 3 0,2 0 0,0 1 0,2-5 0,0 2 0,0-3 0,0-5 0,2 2 0,1-4 0,4-3 0,3-4 0,-3 0 0,0-4 0,2-2 0,5-1 0,-3-7 0,4-3 0,-3-5 0,-2-3 0,1-1 0,-2-4 0,0-2 0,-2-1 0,-4 0 0,3 4 0,0 1 0,0 2 0,-3 1 0,0 3 0,-2 8 0,-1 2 0,0 9 0,0 8 0,0 3 0,0 0 0,0 3 0,4 4 0,1-1 0,-1-2 0,1 1 0,2-1 0,-2 0 0,1-2 0,2-4 0,2-2 0,0-3 0,1-1 0,0-4 0,-1-5 0,0-2 0,-3-5 0,3-1 0,-5-2 0,1-1 0,-2-2 0,1 1 0,-1-5 0,1-1 0,0-1 0,2 2 0,-3 1 0,-1-1 0,2 1 0,-4-3 0,4 3 0,0 1 0,-4 0 0,7 15 0,-4 5 0,-2 5 0,-1 5 0,-1-1 0,0 5 0,0 1 0,0 1 0,1 2 0,2-1 0,0 0 0,0 1 0,-2-2 0,-1-1 0,0-2 0,0-2 0,3-1 0,1-3 0,-2 0 0,0-7 0,-2-4 0,3-8 0,1-7 0,-1-2 0,2-2 0,-3-5 0,4-1 0,0 2 0,0 0 0,-2 2 0,3-1 0,0 1 0,-1 0 0,2 4 0,-3 3 0,1 2 0,1 4 0,4 4 0,-4 9 0,-1 10 0,0 2 0,0 2 0,-4 1 0,3 1 0,-2 1 0,1-1 0,3 3 0,-3-2 0,-1-3 0,2-2 0,-3-3 0,5-3 0,2 0 0,0-1 0,2-4 0,0-2 0,-1-4 0,1-4 0,3 2 0,0-5 0,5 0 0,-2-4 0</inkml:trace>
  <inkml:trace contextRef="#ctx0" brushRef="#br0" timeOffset="1314">1208 641 8626,'-10'-1'0,"3"-2"0,-1 0 0,3-3 0,-1 2 0,-2 1 0,-2 2 0,-1 1 0,2 5 0,1 3 0,2 4 0,1 2 0,1 5 0,4 0 0,0 4 0,0 2 0,0-2 0,0-4 0,2-2 0,1-2 0,3-2 0,5-5 0,-1-5 0,1-2 0,1-2 0,0-2 0,-1-5 0,2-6 0,-6-4 0,1-2 0,-1-1 0,1-1 0,-4 1 0,0 0 0,0-1 0,-3 2 0,3 2 0,-3 4 0,-1 2 0,0 6 0,0 8 0,0 8 0,0 7 0,0 3 0,1 6 0,2 3 0,2 1 0,0 2 0,-1 3 0,2 4 0,0 9 0,0 6 0,0 8 0,1 3 0,-4-3 0,-1-3 0,-2-3 0,-2-5 0,-1-2 0,-4-2 0,-6-3 0,-3-7 0,0-6 0,-3-4 0,0-8 0,0-8 0,1-7 0,-1-2 0,-1-13 0,-2-7 0,2-8 0,2-5 0,4-6 0,7-2 0,3-1 0,3 1 0,1-5 0,1 5 0,4 2 0,6 2 0,1-1 0,6-4 0,1-1 0,5-2 0,4 0 0</inkml:trace>
  <inkml:trace contextRef="#ctx0" brushRef="#br0" timeOffset="1732">1453 641 8626,'0'15'0,"0"-1"0,0-1 0,0-6 0,1-2 0,3-5 0,3-1 0,3-3 0,0 3 0,1-3 0,0 3 0,-1 1 0,5-1 0,-1-2 0,0 0 0,1 1 0,-3-1 0,3 1 0,-4-3 0,0-1 0,0 3 0,-2-5 0,0 0 0,-2-1 0,-5-2 0,3 0 0,-2-1 0,1-2 0,-1 1 0,-4-4 0,-1 2 0,-2 2 0,-4 1 0,1 3 0,-3 2 0,0 3 0,-2 3 0,-1 1 0,-3 2 0,0 5 0,2 3 0,-3 10 0,2 4 0,1 2 0,3-1 0,1 3 0,3 2 0,3 1 0,3-3 0,1 1 0,0-1 0,0-1 0,5-2 0,3-7 0,4-5 0,2-4 0,2-5 0,-3-4 0,1 0 0,-1 0 0,3-1 0,-2-2 0,0-5 0,2-1 0,-5-2 0,5 1 0</inkml:trace>
  <inkml:trace contextRef="#ctx0" brushRef="#br0" timeOffset="2181">1880 502 8593,'0'11'0,"0"1"0,0 1 0,0 2 0,0 2 0,2-3 0,0 5 0,2 3 0,-2 1 0,-1 4 0,0-4 0,2 3 0,0 2 0,1-5 0,-3 2 0,1-3 0,2-4 0,1 0 0,-2-4 0,4-5 0,-1-3 0,1-7 0,2-3 0,0-3 0,2-5 0,0-4 0,-1-6 0,1-5 0,0 1 0,-1 0 0,1-2 0,0 1 0,-4 5 0,-1-1 0,-2 4 0,-1 0 0,2 2 0,-2 1 0,0 0 0,-2 3 0,0 3 0,2 3 0,5 3 0,-4 3 0,6 1 0,-4 0 0</inkml:trace>
  <inkml:trace contextRef="#ctx0" brushRef="#br0" timeOffset="2382">2201 556 8593,'3'11'0,"1"-1"0,-2 1 0,0-4 0,-1 0 0,1 1 0,2 2 0,-1 1 0,-3-1 0,0 1 0,0 0 0,0 1 0,0 2 0,1 2 0,3 1 0,-3 3 0,3-2 0,-3 3 0,-1 4 0,0-6 0,0 1 0,0-3 0,0-4 0,0-1 0,1-3 0,1-3 0,2-6 0,0-4 0,-4-8 0,0-2 0,0-4 0,0-12 0,0-3 0</inkml:trace>
  <inkml:trace contextRef="#ctx0" brushRef="#br0" timeOffset="2799">2190 267 8593,'0'11'0,"0"0"0,1-5 0,3-3 0,2-1 0,5-2 0,-1 0 0,1 0 0,3 0 0,0 0 0,-1 1 0,-1 2 0,3 2 0,-1 3 0,-1-1 0,-1 2 0,-3 1 0,0 3 0,-2 2 0,1-2 0,-2 5 0,0 3 0,-1 5 0,-3 1 0,3 1 0,-2-5 0,1 3 0,1 2 0,-3-3 0,4 2 0,-1-1 0,-3-2 0,3 2 0,-1 0 0,1 0 0,0 0 0,-1-1 0,-3-5 0,1-1 0,2-1 0,0-4 0,-1 3 0,0-2 0,0-1 0,-1-4 0,2-3 0,-2-11 0,4-11 0,0-4 0,0-2 0,1 0 0,4-1 0,-1 1 0,1 0 0,0-1 0,-1 1 0,1-1 0,0 1 0,-1 4 0,1 3 0,-1 2 0,-3 2 0,2 0 0,-2 3 0,3 3 0,-3 9 0,-1 6 0,0 6 0,0 3 0,-3 1 0,3 2 0,0 0 0,0 2 0,-2 0 0,2-3 0,0 0 0,-1 3 0,-1-2 0,3 2 0,0-3 0,4-1 0</inkml:trace>
  <inkml:trace contextRef="#ctx0" brushRef="#br0" timeOffset="3615">3173 737 8593,'11'2'0,"-2"1"0,-2 4 0,1-1 0,-3 0 0,1 0 0,2 0 0,5-4 0,2 2 0,-1-3 0,1-1 0,-3 0 0,4-1 0,-2-1 0,0-2 0,-1-4 0,-4 1 0,-2-4 0,1-3 0,-3 2 0,-2-2 0,-2 1 0,-1-2 0,-4 3 0,-3-2 0,-3 3 0,-1 4 0,0 1 0,-4 4 0,-1-1 0,-1 0 0,-3 3 0,3 4 0,-1 3 0,1 2 0,2 6 0,-1-1 0,0 0 0,3 1 0,3 2 0,1 4 0,2 2 0,-1 2 0,3-1 0,2 3 0,3 0 0,3 1 0,3-4 0,5 4 0,1-3 0,2-5 0,-1-4 0,5-6 0,1-3 0,1-3 0,1-3 0,1-2 0,0-3 0,3-3 0,-1-7 0,3-3 0,0-1 0,1 1 0,0-1 0,4-4 0</inkml:trace>
  <inkml:trace contextRef="#ctx0" brushRef="#br0" timeOffset="4031">3750 588 8593,'-2'21'0,"-1"1"0,-4-7 0,-7-4 0,-3-7 0,0-2 0,-2-2 0,5 0 0,1-2 0,1-1 0,1 2 0,1-3 0,-1 3 0,2 6 0,0 2 0,3 4 0,2 3 0,0 2 0,4 6 0,0-1 0,0 0 0,0 4 0,1 0 0,3-2 0,3-4 0,-1-4 0,1-5 0,2-3 0,5-4 0,-3-1 0,5-4 0,-2-1 0,0-4 0,5-3 0,-2-2 0,1-1 0,0-1 0,-5-4 0,1 3 0,-2-1 0,-2 1 0,1 2 0,-1 5 0,-3 1 0,1 7 0,-4 2 0,-2 7 0,-1 10 0,-2 3 0,-3 6 0,-3 7 0,-2 4 0,-1 7 0,2 5 0,1 5 0,0 0 0,-3 3 0,3-2 0,3-5 0,3 2 0,1-6 0,0 1 0,0-3 0,5-8 0,2-6 0,4-7 0,3-6 0,2-7 0,3-6 0,-2-2 0,2-6 0,1-4 0,2-9 0,-1-5 0,1-4 0,4-10 0,1 0 0</inkml:trace>
  <inkml:trace contextRef="#ctx0" brushRef="#br0" timeOffset="4149">4241 930 8593,'0'12'0,"0"1"0,0 1 0,-1 0 0,-3-4 0,-3-3 0,1-3 0,-1-4 0,5 0 0,-3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2:55.52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8593,'0'17'0,"0"-3"0,0-2 0,0-2 0,0 1 0,0 0 0,0-4 0,0 0 0,0 0 0,1 4 0,1 0 0,2-1 0,-1 6 0,-3 1 0,0 4 0,0 0 0,0 5 0,0 3 0,0 3 0,0 3 0,0 2 0,0 2 0,0-4 0,0-6 0,-3 1 0,-1-6 0,2-4 0,1-9 0,1-11 0,0-6 0,3-5 0,2-4 0,1-6 0,2-2 0,-2-7 0,1 1 0,0-1 0,-1-2 0,4 0 0,-3-1 0,2 1 0,2 0 0,-1 5 0,-2 2 0,-1 3 0,1 0 0,1 6 0,-1 3 0,-1 4 0,0 6 0,3 7 0,-3 7 0,1 3 0,-3 5 0,0-1 0,-1 1 0,1 1 0,-3 3 0,3 1 0,1 1 0,-4 1 0,3-3 0,-1 4 0,-1 0 0,1-5 0,-4 1 0,1-5 0,3-3 0,-3-1 0,2-3 0,-1 0 0,-2-7 0,0-4 0,0-4 0,0-8 0,0-2 0,0-4 0,3-2 0,2-3 0,1-1 0,2-1 0,2-3 0,0 3 0,1 0 0,0-1 0,-1 3 0,1-1 0,0 2 0,-1 4 0,0-1 0,-2 5 0,-1 2 0,2 4 0,-3 4 0,1 8 0,-4 3 0,3 7 0,0 4 0,0 2 0,1 2 0,3-1 0,-2 0 0,-1 1 0,-1 3 0,2 1 0,-1 1 0,2 3 0,0-1 0,1 0 0,-2-3 0,-1 0 0,-3-3 0,2 0 0,-2-4 0,-1-4 0,2-7 0,-1-2 0,2-1 0,-3-2 0,1-3 0,-4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2:57.54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204 561 8593,'0'-17'0,"-1"4"0,-3 5 0,-2 0 0,-4 4 0,-1 2 0,4 1 0,0 1 0,-2 0 0,0 0 0,-2 0 0,0 1 0,1 2 0,-1 1 0,0 5 0,1 4 0,-1 3 0,0-1 0,1 6 0,0 1 0,3 1 0,-2 3 0,3 0 0,0 0 0,2 0 0,3-1 0,1-4 0,0 1 0,0-1 0,1-3 0,3-2 0,3 0 0,2-3 0,2-6 0,1-3 0,1-3 0,1-1 0,4-5 0,-3-3 0,2-5 0,2-5 0,-2-5 0,-1-4 0,1-7 0,-1-7 0,-1 0 0,1-9 0,0-1 0,-3-1 0,-5-3 0,-1-2 0,0-1 0,-1 2 0,0 4 0,-3 10 0,0 3 0,0 4 0,-2 3 0,-1 4 0,0 7 0,0 6 0,0 3 0,0 1 0,0 0 0,0 1 0,0 5 0,0 5 0,0 5 0,0 6 0,0 4 0,0 3 0,3 3 0,1 4 0,-1 3 0,2 3 0,-4 6 0,4 2 0,-1 3 0,-1 0 0,1 6 0,-4 2 0,0 2 0,0 1 0,0 0 0,0-2 0,0-2 0,0 2 0,0-1 0,0-2 0,0-8 0,0-5 0,4-7 0,2-9 0,2-4 0,-1-3 0,0-3 0,3-9 0,1 0 0,0-2 0,-2-1 0,-2-4 0,-2-3 0,-5 0 0,5-6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01.53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 8715,'0'10'-1,"0"1"0,0 3 0,0 1 1,0-2-1,0-1 0,0-1 0,0 3 0,2 1 0,1 2 1,2-3 0,3 4-1,-1 2 1,2 4 0,0-1 0,2 6 0,-1 0-1,1 2 1,0-2 0,0-1 0,-2 1 0,-2-2 0,1-2 0,-3-6 0,0-2 0,0-2 0,2-1 0,-2-4 0,0-3 0,-1-2 0,2-7 0,-1-1 0,-1-4 0,-1-8 0,2-2 0,1-4 0,-1-3 0,4-3 0,-2 0 0,1-3 0,-2 0 0,1-2 0,2 0 0,0-1 0,2 6 0,-1 2 0,1 3 0,0 0 0,-2 2 0,0 2 0,-2 4 0,1 2 0,-2 2 0,0-1 0,0 1 0,0 3 0,-4 1 0,2 3 0,2 2 0,-5-4 0,4 10 0,-5 2 0,0 2 0,0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15.67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1 108 8630,'5'4'-386,"-1"3"0,-2 2 0,1-1 675,0-1 1,2-3-1,-1 2 1,3 0-290,2-1 0,2-2 0,0 0 0,-1-1 0,1-2 0,3 0 0,2 0 0,-1-2 0,1-1 0,3 2 0,-3-4 0,1 1 0,-3 1 0,-2-1 0,-1 4 0,-1 0 0,1-5 0,0 4 0,-1-3 0</inkml:trace>
  <inkml:trace contextRef="#ctx0" brushRef="#br0" timeOffset="328">182 1 8630,'-1'15'0,"-3"3"0,0-1 0,-5-1 0,2 0 0,-1-3 0,3-5 0,0-2 0,1-1 0,2-2 0,-1-2 0,5 3 0,2 3 0,-1 4 0,-1 3 0,0 3 0,2-1 0,0 3 0,-1-3 0,0-1 0,0 0 0,-1 3 0,0-2 0,3-1 0,1 1 0,-2-1 0,3-2 0,1 1 0,2-4 0,0-7 0,1-1 0,0-2 0,-1-2 0,1-1 0,0-4 0,-1-3 0,1-1 0,0 1 0,-1-1 0,1 2 0,0 2 0,-1 3 0,-3 3 0,1 1 0,-1 5 0,3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24.10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300 401 9030,'-11'0'0,"0"0"0,1 0 0,-1 1 0,0 2 0,1-1 0,-1 1 0,0-2 0,1-1 0,-5 0 0,0 0 0,0 0 0,-1 0 0,-2 0 0,4 0 0,1 2 0,1 1 0,-2 4 0,0 7 0,1 4 0,1 2 0,2 7 0,2 1 0,2 3 0,1 1 0,2 1 0,3 0 0,0 1 0,0-4 0,0-5 0,1 0 0,2-3 0,5-5 0,1-2 0,2-8 0,-1-4 0,1-1 0,0-4 0,-1-1 0,2-4 0,3-3 0,-4-5 0,4-4 0,-2-4 0,1-2 0,-2-4 0,3-1 0,0-3 0,-1-3 0,4-8 0,-4 2 0,-1-2 0,-1 0 0,2-3 0,0 0 0,-2-1 0,-4 1 0,1 2 0,-6 6 0,0 4 0,-2 6 0,-1 0 0,0 8 0,0 4 0,0 4 0,0 6 0,0 0 0,0 6 0,0 1 0,0 6 0,0 3 0,0 2 0,0 1 0,0 2 0,0 4 0,1-2 0,1 3 0,2 4 0,-2 4 0,1 0 0,-1 1 0,2-1 0,-2 0 0,-1 2 0,-1 3 0,0 0 0,0 0 0,4 0 0,-1 1 0,0 2 0,-2 0 0,-1 1 0,0-4 0,0 0 0,1-4 0,1 0 0,3-3 0,1-5 0,2-5 0,1-3 0,-2-1 0,2-1 0,-3 1 0</inkml:trace>
  <inkml:trace contextRef="#ctx0" brushRef="#br0" timeOffset="335">567 390 9030,'10'-11'0,"-2"5"0,-1 2 0,1-1 0,2 4 0,0-3 0,1 3 0,0 2 0,-1 3 0,1 3 0,0 2 0,-4 3 0,0 2 0,0 5 0,-1 5 0,3 0 0,-3 4 0,1 2 0,1 1 0,-1 0 0,2-2 0,0-1 0,-2-2 0,0-1 0,3-4 0,1-1 0,0-2 0,1-3 0,0-4 0,1 0 0,0 0 0,-7-6 0,4-1 0,0-3 0,-1-1 0,-3-5 0,-1 0 0</inkml:trace>
  <inkml:trace contextRef="#ctx0" brushRef="#br0" timeOffset="601">866 337 9030,'-5'5'0,"-1"5"0,-4-3 0,2-1 0,2 1 0,2 1 0,-3 3 0,2 2 0,0 3 0,0 0 0,-3 7 0,2 5 0,-1 3 0,0 1 0,-4 0 0,-3 1 0,0 2 0,-2 0 0,4 1 0,-2-5 0,3-4 0,4-5 0,-1-6 0,4-5 0,6-5 0,4-1 0</inkml:trace>
  <inkml:trace contextRef="#ctx0" brushRef="#br0" timeOffset="802">994 646 9030,'7'0'0,"0"0"0,2 0 0,0 0 0,2 0 0,-1-1 0,1-2 0,1 1 0,2-2 0,3 0 0,-1 0 0,5 1 0,-5 3 0,2-1 0,0-3 0,-5 3 0,1-3 0,-2 3 0,-1 1 0</inkml:trace>
  <inkml:trace contextRef="#ctx0" brushRef="#br0" timeOffset="1001">1154 497 9030,'-6'10'0,"-2"1"0,3 0 0,1-1 0,-1 1 0,-2 0 0,3 0 0,1-1 0,-2 1 0,4 0 0,-3 0 0,3 2 0,1 2 0,0 3 0,1-3 0,1 2 0,2 2 0,4 1 0,-1 0 0,3-1 0,1-1 0,-1-4 0,1 3 0,0-2 0,-1-2 0,1-6 0,0-3 0,4 2 0,2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26.01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11 9030,'7'0'0,"0"0"0,1 0 0,-2 0 0,1-1 0,2-2 0,0 0 0,-2-1 0,0 4 0,2 0 0,0 0 0,2 0 0,-1 0 0,1 0 0,-5 0 0,4 5 0,-5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26.21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11 1 9030,'-1'9'0,"-2"-1"0,0-1 0,-1-3 0,4 3 0,1-4 0,3 0 0,2-5 0,6-3 0,1 0 0,1 0 0,2-2 0,-3 4 0,1-1 0,-1-1 0,2 4 0,0-2 0,-2 3 0,-1 3 0,-2 3 0,1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27.15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74 9030,'0'7'0,"0"0"0,0-3 0,0 3 0,1 0 0,2 4 0,0 1 0,3 1 0,-1 2 0,-3 2 0,3 1 0,-2 4 0,0 3 0,-2 4 0,2 6 0,1 3 0,-2 1 0,-1 1 0,3-6 0,0 2 0,-1-4 0,2-4 0,-3-3 0,4-7 0,0-4 0,0-2 0,1-6 0,4-4 0,0-4 0,-2-8 0,-1-5 0,-1-2 0,2-2 0,-3-2 0,1-3 0,1-2 0,2-1 0,-1-3 0,-1-4 0,0-2 0,0 2 0,5-1 0,1 1 0,-1-2 0,-1 2 0,-1 1 0,-1 1 0,1 1 0,0 2 0,-2 4 0,0 8 0,-2 2 0,-6 8 0,-1 4 0,-5 16 0,-6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27.87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11 9030,'10'0'0,"1"0"0,1 0 0,2 0 0,-2 0 0,3 0 0,0 0 0,-1 0 0,4 0 0,-4-1 0,-1-2 0,-1 0 0,-2-1 0,1 4 0,-5 0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28.05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65 1 9030,'-7'1'0,"1"2"0,0 4 0,0 3 0,0 1 0,-2 1 0,2 1 0,1 1 0,-2 4 0,3-3 0,2 2 0,1 2 0,1-3 0,0 1 0,0 0 0,0-1 0,5 1 0,2 1 0,2-3 0,2 0 0,0-6 0,-1 1 0,1-1 0,0-3 0,-1-2 0,6-4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28.65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246 498 9030,'-11'0'0,"0"0"0,0 0 0,-3 0 0,0 0 0,-1 0 0,2 0 0,-1 0 0,0 0 0,-1 0 0,1 0 0,1 0 0,1 0 0,1 1 0,1 4 0,0 4 0,3 4 0,-3 5 0,4-1 0,1 3 0,1 6 0,-1 7 0,2 3 0,0-2 0,2-1 0,1-4 0,1-2 0,3-1 0,3-2 0,-1-7 0,1-7 0,3-5 0,3-4 0,0-1 0,3-2 0,1-5 0,-1-7 0,1-9 0,2-4 0,-1-3 0,1-3 0,0-6 0,0-2 0,-3-4 0,0-5 0,-2-2 0,-3-1 0,-2-1 0,-2 1 0,-2 3 0,-5 1 0,-1 3 0,-3 5 0,2 4 0,-5 8 0,0 4 0,1 3 0,-2 2 0,4 2 0,2 4 0,-4 6 0,5 12 0,-3 8 0,4 4 0,4 7 0,-3 0 0,3 6 0,0 3 0,0 3 0,3 5 0,-3-1 0,1 3 0,0 1 0,0 3 0,-3 2 0,2 3 0,-2 4 0,-1 4 0,0-3 0,2-4 0,0-4 0,2-9 0,-1-5 0,2-5 0,-1-8 0,5-9 0,-2-8 0,5-3 0,-1 4 0,4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28.86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21 9030,'0'11'0,"0"0"0,0-4 0,0 0 0,5-6 0,2 0 0,3-3 0,0 0 0,6-3 0,2 0 0,2 0 0,1 1 0,2-3 0,1 3 0,0 2 0,0 0 0,2-1 0,-1-1 0,-1 2 0,-1 1 0,-2 1 0,-1 0 0,-1 0 0,-1 0 0,-5-5 0,2-1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34.00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 11 9156,'0'-6'0,"0"1"0,-1 6 0,-1 3 0,-2 3 0,1 3 0,2 0 0,-2 2 0,0 2 0,-1-1 0,4 5 0,0 1 0,0 1 0,0 7 0,0 1 0,0 3 0,0 1 0,4 8 0,0 3 0,1 0 0,0-3 0,3 2 0,-1-4 0,4-2 0,3-4 0,-1-4 0,5-8 0,1-2 0,1-4 0,2-7 0,-1-3 0,0-3 0,1-1 0,-5-5 0,0-2 0,-2-3 0,-1 0 0,-3-5 0,-1 0 0,-3 0 0,-3-1 0,2 2 0,-1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34.86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11 10 9156,'11'-6'0,"-4"2"0,0 8 0,0-2 0,4 4 0,0-1 0,0 2 0,3-3 0,0-2 0,-1-1 0,-1-1 0,-2 0 0,1 2 0,0 1 0,-1-2 0,1 3 0,0-3 0,-1-1 0,-4 5 0,4 1 0,-4 4 0</inkml:trace>
  <inkml:trace contextRef="#ctx0" brushRef="#br0" timeOffset="235">11 170 9156,'-3'20'0,"-1"-1"0,2-1 0,1-5 0,2-3 0,2-9 0,4-3 0,3-1 0,4-2 0,0 2 0,-1-1 0,-1 0 0,4 2 0,0-1 0,1 2 0,-3 1 0,-1 3 0,0 2 0,2 0 0,-2-1 0,-5 1 0,-1-2 0,1 0 0,-3 1 0,0-4 0,-5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37.91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22 9148,'0'11'0,"0"0"0,4-6 0,3-1 0,3-3 0,1-1 0,-1 0 0,2 0 0,2 0 0,-2 0 0,2 0 0,-2 0 0,-1 0 0,0 0 0,-1 0 0,1 0 0,0 0 0,-1 0 0,1 0 0,0 0 0,-1 4 0,0 1 0,-3 0 0,-2-2 0,0 6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50.95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8806,'5'8'0,"2"-1"0,-1-5 0,4 0 0,2-1 0,3-1 0,2 0 0,4 0 0,3 0 0,1 0 0,3 0 0,2 0 0,2 2 0,2 0 0,3 2 0,3-1 0,1 1 0,1 1 0,1 0 0,2 0 0,1-1 0,3 1 0,-5-2 0,3 1 0,-2 0 0,-1-1 0,2-1 0,0 0 0,-1-2 0,-1 0 0,-3 0 0,-1 0 0,-2-2 0,-2 0 0,-5-2 0,-2 1 0,-3 0 0,-3 0 0,-2 1 0,0 2 0,-1 0 0,-6 1 0,-1 1 0,-4 2 0,-9 3 0,-6 0 0,-5 1 0,-1-5 0</inkml:trace>
  <inkml:trace contextRef="#ctx0" brushRef="#br0" timeOffset="835">110 373 8806,'2'2'0,"7"0"0,6 2 0,0-1 0,2 0 0,1 2 0,2 2 0,-1 1 0,1 3 0,1 1 0,-1 3 0,1 1 0,-3 1 0,-3 3 0,-2 1 0,-3 3 0,-1 1 0,-2-1 0,-4 0 0,0 2 0,-3 0 0,0 2 0,-3-2 0,-1-1 0,-2-3 0,-3-2 0,-1-1 0,-3-3 0,0-3 0,-2-4 0,1-4 0,-3-3 0,-1-1 0,-1-1 0,3-5 0,0-3 0,2-2 0,1-3 0,0-1 0,4-2 0,2 0 0,2 2 0,2 1 0,3 0 0,1 0 0,1 0 0,2 1 0,4 1 0,1 1 0,1 0 0,1 0 0,2 1 0,0 1 0,2 1 0,-1 1 0,4 2 0,-1 1 0,2 0 0,0 3 0,0-2 0,-2 1 0,4 4 0,-1 0 0</inkml:trace>
  <inkml:trace contextRef="#ctx0" brushRef="#br0" timeOffset="1218">552 546 8806,'0'10'0,"1"-5"0,1-7 0,4-4 0,5-5 0,1 3 0,1 0 0,0 2 0,0 0 0,-1 0 0,1 2 0,0-1 0,0 3 0,0 0 0,0 1 0,-3 1 0,0 2 0,0 2 0,0 5 0,-1 6 0,-2 0 0,-2 1 0,0 0 0,-2 4 0,0-1 0,-1 0 0,3 0 0,0 1 0,0-2 0,2-1 0,0 2 0,1-3 0,1 1 0,1 0 0,-1-2 0,1 2 0,0-2 0,0 0 0,0-5 0,4 0 0,1-1 0,-4-5 0,2 0 0,-1-2 0,0-3 0,1-1 0,3-2 0,0-2 0</inkml:trace>
  <inkml:trace contextRef="#ctx0" brushRef="#br0" timeOffset="1450">931 475 8806,'-13'4'0,"2"1"0,0-2 0,0 0 0,-1 2 0,-1 3 0,0 0 0,2 4 0,1-1 0,-2 4 0,0 2 0,-1 2 0,-2 2 0,0 3 0,-2 1 0,0 0 0,-2 0 0,0 0 0,0-2 0,2-3 0,3-1 0,2-3 0,6-8 0,9-5 0,4-7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3:53.76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0 180 8806,'0'7'0,"0"-1"0,6-6 0,3 0 0,5 0 0,-1 1 0,2 1 0,-1 2 0,-1 2 0,0 3 0,2 0 0,0 1 0,-1 1 0,-1 3 0,0 2 0,-1 1 0,-1 0 0,-2 3 0,-2 1 0,-2 2 0,0 0 0,-3 2 0,-2 0 0,0 2 0,0 0 0,-2-1 0,-3-2 0,0-4 0,-2-2 0,-2-3 0,-2-4 0,-1-4 0,-1-2 0,1-2 0,-1-3 0,0-3 0,0-4 0,-2-2 0,-1-4 0,1-3 0,2-3 0,1-1 0,6-1 0,0 1 0,2 1 0,2 2 0,4 2 0,3 2 0,3 0 0,2 3 0,3 2 0,2 0 0,2 2 0,1 2 0,1 0 0,-1 1 0,-1-1 0,1 3 0,-3-2 0,-1 3 0,1 0 0</inkml:trace>
  <inkml:trace contextRef="#ctx0" brushRef="#br0" timeOffset="416">456 1 8806,'0'15'0,"0"1"0,-1 1 0,0-2 0,-1-1 0,-1-1 0,3 2 0,0-1 0,3 7 0,2 1 0,2 5 0,2 3 0,0 3 0,-1 2 0,1 0 0,-2 0 0,2 2 0,-2 0 0,-1 1 0,-1 1 0,1-1 0,0-9 0,-2-6 0,5-6 0,-1-7 0,4-4 0,0-7 0,1-5 0,-3-6 0,2-7 0,-1-6 0,1-4 0,1-5 0,-2-5 0,-1-2 0,2 0 0,0 2 0,0-3 0,-1 3 0,-1-1 0,0-1 0,-2 3 0,-2 2 0,-2 6 0,-2 5 0,-1 8 0,-1 4 0,0 11 0,-1 4 0,-1 7 0,2 0 0,-6 6 0,2-2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01.36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128 0 8806,'7'0'0,"-12"0"0,-2 0 0,-8 0 0,4 6 0,0 3 0,1 2 0,0 2 0,0 3 0,0 1 0,1 4 0,0 3 0,0 3 0,3 1 0,0 2 0,2 3 0,1-1 0,3 1 0,0-2 0,0-3 0,5-5 0,2-4 0,3-3 0,4-3 0,-1-4 0,4-2 0,1-4 0,1-3 0,-1 0 0,-1-3 0,2 0 0,-3-3 0</inkml:trace>
  <inkml:trace contextRef="#ctx0" brushRef="#br0" timeOffset="333">263 122 8806,'-7'10'0,"10"-3"0,9-5 0,3-2 0,-2 0 0,-2-2 0,0 0 0,2 1 0,-1 4 0,1 3 0,-3 1 0,-2 4 0,-2 0 0,-2 1 0,-2 4 0,2 2 0,-1 2 0,-2 1 0,2 1 0,0-1 0,0 0 0,2 0 0,1-2 0,0-2 0,2-2 0,0-1 0,0-4 0,3-2 0,0 0 0,1-5 0,1-1 0,0-4 0,0-7 0,-1-5 0</inkml:trace>
  <inkml:trace contextRef="#ctx0" brushRef="#br0" timeOffset="583">513 32 8806,'-13'7'0,"3"-1"0,-1 1 0,3 0 0,0 1 0,-2 4 0,0 2 0,-1 0 0,0 3 0,1 0 0,-3 3 0,0 0 0,0 1 0,0 2 0,0 2 0,1 0 0,2-1 0,1-3 0,5-4 0,2-2 0,1-1 0,1-4 0,6 2 0,1-2 0</inkml:trace>
  <inkml:trace contextRef="#ctx0" brushRef="#br0" timeOffset="1364">648 295 8806,'10'8'0,"-2"0"0,2-1 0,1 1 0,1-3 0,-1-2 0,0-4 0,0-1 0,4-2 0,-4-5 0,1-1 0</inkml:trace>
  <inkml:trace contextRef="#ctx0" brushRef="#br0" timeOffset="1582">751 231 8806,'-10'11'0,"2"0"0,1 0 0,4 2 0,-2 1 0,1 1 0,2-1 0,2-2 0,0 2 0,0 2 0,0-1 0,1 2 0,1 1 0,2 0 0,2 1 0,0 0 0,-1-2 0,-1-2 0,1-2 0,3-3 0,3-1 0,1-5 0,4-1 0,0-3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05.38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1 918 8806,'3'-10'0,"0"3"0,7 7 0,3 5 0,2-1 0,2 1 0,-2-3 0,-1-1 0,1-1 0,0 0 0,0 0 0,0 0 0,2 0 0,2 0 0,-1 0 0,-1 0 0,2 0 0,-2 0 0,2 0 0,0 0 0,-1 0 0,0 0 0,-1 0 0,1 2 0,1 0 0,0 1 0,0 0 0,0-1 0,1 1 0,-1-1 0,0-1 0,0 0 0,2-1 0,0 0 0,-2 1 0,-1 1 0,3-2 0,-2 3 0,2-3 0,2 0 0,-2 0 0,0 0 0,-1 0 0,-1 0 0,0 0 0,1 0 0,-1 0 0,0 0 0,-2 0 0,1 0 0,1 0 0,2 0 0,-2 0 0,-2 0 0,1 0 0,1 0 0,0 1 0,0 0 0,0 2 0,1-2 0,0 2 0,0-1 0,2-1 0,-2 0 0,0 0 0,-1 0 0,1 2 0,-1 1 0,0-2 0,0 1 0,0 0 0,-2-1 0,1 0 0,-2 1 0,-1-2 0,1 0 0,1-1 0,-2 0 0,-1 0 0,0 0 0,-1 0 0,0 0 0,1 0 0,1 0 0,-2 0 0,-2 0 0,0 0 0,1 0 0,1 0 0,0-1 0,0-1 0,4 1 0,1 0 0,0 2 0,-3 0 0,0 2 0,-2-1 0,0 0 0,-2 0 0,-1-2 0,2 0 0,3 1 0,2 1 0,-1-1 0,1 1 0,-2-1 0,-1-1 0,0 0 0,-1 0 0,0 0 0,-1 0 0,1 2 0,0 0 0,-2 0 0,0-2 0,-5 0 0,2 0 0,-3-2 0,3 0 0,-3 0 0,3 2 0,-5 0 0,6 0 0,-9 0 0,-5 5 0,-3 0 0,-8 7 0,3-2 0</inkml:trace>
  <inkml:trace contextRef="#ctx0" brushRef="#br0" timeOffset="2616">771 469 8806,'6'12'0,"-3"4"0,0 1 0,-3-1 0,0-3 0,-3-2 0,0 1 0,-1 3 0,-1-1 0,0 3 0,0 0 0,-2-1 0,0 3 0,-1-2 0,-1 2 0,-1 3 0,2-5 0,-2 0 0,0-3 0,0-1 0,1-3 0,-2-2 0,3-3 0,-1-2 0</inkml:trace>
  <inkml:trace contextRef="#ctx0" brushRef="#br0" timeOffset="3116">976 116 8806,'10'-1'0,"1"-1"0,1-2 0,2-1 0,1 0 0,0 0 0,0 3 0,2-1 0,-1 0 0,2 1 0,-3 3 0,0 1 0,1 2 0,-4 2 0,1 3 0,-3 2 0,0 1 0,-5 3 0,2 3 0,-1 3 0,-3 2 0,0 3 0,0 1 0,-1 2 0,1 0 0,-3 0 0,3 1 0,0-2 0,1-2 0,0 0 0,1-1 0,1-2 0,2-1 0,1-5 0,-1-2 0,1-2 0,1 0 0,-1-3 0,2-1 0,3-2 0,-3-2 0,1 0 0,1-3 0,-3-1 0,0-1 0,-3-4 0,0-2 0,-1-4 0,-2-2 0</inkml:trace>
  <inkml:trace contextRef="#ctx0" brushRef="#br0" timeOffset="3348">1219 212 8806,'-10'6'0,"-1"1"0,0-1 0,1 1 0,-1-1 0,1 3 0,-1 3 0,3 1 0,1 2 0,0 4 0,0 1 0,-1 5 0,0 4 0,-6 5 0,1 3 0,-1 0 0,-2 2 0,3-4 0,-1-1 0,2-5 0,4-5 0,3-5 0,5-7 0,3-1 0,2-5 0,7-3 0,-2-3 0</inkml:trace>
  <inkml:trace contextRef="#ctx0" brushRef="#br0" timeOffset="3816">1470 398 8806,'10'1'0,"1"1"0,3-1 0,4 3 0,1-1 0,1-1 0,-5-2 0,2 0 0,0 0 0,3 0 0,0-1 0,-4 0 0,-2-1 0,-1-1 0,0 3 0,0 0 0,0 0 0</inkml:trace>
  <inkml:trace contextRef="#ctx0" brushRef="#br0" timeOffset="4034">1598 270 8806,'-3'16'0,"-1"-1"0,-2-1 0,0 1 0,-1 2 0,1 2 0,0 0 0,2 0 0,1 4 0,3 0 0,0 1 0,0 0 0,1-2 0,1-4 0,3 0 0,3-1 0,0-3 0,2-1 0,2-3 0,0-2 0,1-1 0,-1-4 0,1 0 0,2-1 0,0 0 0,0-2 0,-2 0 0</inkml:trace>
  <inkml:trace contextRef="#ctx0" brushRef="#br0" timeOffset="4383">1893 0 8806,'13'1'0,"0"1"0,-5 3 0,1 5 0,1 0 0,-2 2 0,2-4 0,-1 3 0,1 1 0,5 2 0,0 1 0,1 4 0,0 1 0,1 7 0,-1 0 0,-1 3 0,-2 3 0,-2 2 0,-5 1 0,-2 2 0,-1 3 0,-6 7 0,-2 3 0,-5-1 0,-2-2 0,-5-6 0,-1-1 0,0-3 0,-1-4 0,-1-8 0,1-9 0,0-3 0,0-1 0,-1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13.68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13 0 8806,'-7'13'0,"4"-2"0,1 0 0,1 3 0,2-1 0,1 4 0,5-3 0,6-1 0,2-6 0,2-5 0,-2-2 0,-2-2 0,2-2 0,1-3 0,0-1 0,2-3 0,-2 0 0,0 0 0,-1 2 0,0 2 0,0 3 0,-3 0 0,1 2 0,0 0 0,-2 4 0,0 4 0,3 4 0,-4 0 0,2 4 0,-1-3 0,-1 0 0,-1-1 0,1 0 0,2-3 0,0-1 0,3-4 0,1 0 0,1 0 0,3 0 0,-3-1 0,2 1 0,-1-2 0,1 0 0,0 0 0,-2 0 0,0 0 0,-2 0 0,0 1 0,-2 2 0,-2 2 0,0 1 0,-3 5 0,3 0 0,-3-2 0,-2 9 0,-3-5 0</inkml:trace>
  <inkml:trace contextRef="#ctx0" brushRef="#br0" timeOffset="416">231 257 8806,'3'-6'0,"-2"6"0,-3 7 0,-3 3 0,1 0 0,-3 2 0,-1 3 0,0 4 0,-3 4 0,0 4 0,-1 3 0,-3 1 0,-1 8 0,0 1 0,1 2 0,-2 2 0,4 1 0,2 3 0,3 1 0,1 0 0,5-5 0,2-4 0,4-5 0,3 0 0,6-3 0,2-1 0,2-2 0,5-4 0,4-3 0,3-3 0,3-2 0,1 0 0,0-3 0,-2-3 0,1-1 0,-2-2 0,1-3 0,-2-2 0,-3 0 0,-2 2 0,-5-1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14.93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33 552 8806,'2'16'0,"-1"-2"0,1-4 0,-1 2 0,2 5 0,1 2 0,2 2 0,0 4 0,1 2 0,-1 11 0,1 4 0,-1 3 0,-2 8 0,0 1 0,-1 5 0,1 3 0,-3 2 0,1-2 0,0-6 0,0-5 0,-1-6 0,1-8 0,-1-5 0,-1-8 0,0-10 0,0-12 0,-3-11 0,1-12 0,-1-5 0,0-4 0,-5-3 0,1-5 0</inkml:trace>
  <inkml:trace contextRef="#ctx0" brushRef="#br0" timeOffset="233">1 539 8806,'0'-21'0,"0"2"0,0 4 0,2-1 0,3 1 0,0 0 0,7 3 0,1 4 0,3 1 0,2 3 0,2-1 0,2 4 0,-1 4 0,-2 5 0,1 7 0,-2 4 0,-1 4-1,-2 2 1,-4 1-1,-3 0 1,-2 1-1,-2 1 0,-3 2 0,1-2 0,-2-1 0,-2-1 1,-4-1-1,-5-1 1,0-4 0,0-2 0,-1-6 0,1-5 0,2-7 0,3-9 0,3-5 0</inkml:trace>
  <inkml:trace contextRef="#ctx0" brushRef="#br0" timeOffset="635">616 539 8704,'-9'-13'0,"0"5"0,-3-1 0,-1-1 0,-1 1 0,0-1 0,-1 0 0,1 5 0,-2 4 0,3 5 0,1 3 0,6 8 0,0 3 0,2 0 0,1 3 0,3 2 0,0-1 0,0 0 0,1 0 0,1-1 0,2 1 0,2-1 0,3 0 0,2-7 0,1-2 0,1-3 0,2-2 0,0-4 0,-1-3 0,-1-3 0,0-7 0,-2-2 0,-1-5 0,-1-1 0,0 0 0,-4 0 0,0-1 0,0 2 0,-4 2 0,1 0 0,0 1 0,0 1 0,-1 3 0,1-1 0,-2 7 0,0 4 0,0 8 0,0 4 0,0 2 0,1 2 0,1 0 0,0 1 0,2 2 0,1 0 0,1-2 0,0 1 0,1-3 0,2-1 0,1-4 0,3-4 0,-1 1 0,1-4 0</inkml:trace>
  <inkml:trace contextRef="#ctx0" brushRef="#br0" timeOffset="901">828 526 8704,'0'13'0,"0"0"0,0 0 0,0-1 0,0 1 0,2 2 0,1 0 0,1 0 0,1 1 0,0 0 0,2 3 0,-1 1 0,0 2 0,-1-2 0,-2 0 0,1-2 0,-1-3 0,-1-4 0,1-4 0,-3-7 0,-1-7 0,-1-6 0,1-3 0,0-4 0,2-1 0,3 0 0,2-3 0,1 3 0,-1 0 0,0 1 0,3 4 0,0 1 0,1 1 0,4 1 0,2 1 0</inkml:trace>
  <inkml:trace contextRef="#ctx0" brushRef="#br0" timeOffset="1401">1168 558 8704,'13'3'0,"0"0"0,0 2 0,2-2 0,2 0 0,5-1 0,3-2 0,2 0 0,0 0 0,-1 0 0,-2 0 0,-2 3 0,-3 1 0</inkml:trace>
  <inkml:trace contextRef="#ctx0" brushRef="#br0" timeOffset="1634">1322 404 8704,'-7'13'0,"0"1"0,-1 0 0,0 1 0,-1 3 0,2 1 0,-1 2 0,3-1 0,3 0 0,-1 0 0,3 1 0,0 3 0,0-1 0,0 0 0,1-1 0,3 1 0,1-1 0,5 0 0,1 0 0,1-4 0,0-2 0,5-5 0,1-3 0,1-1 0,0-3 0,0-2 0,0-2 0,1-2 0,2-4 0,1-4 0</inkml:trace>
  <inkml:trace contextRef="#ctx0" brushRef="#br0" timeOffset="1802">1675 520 8704,'0'25'0,"0"-2"0,-2-1 0,-1-3 0,2-2 0,0-2 0,1 1 0,1 1 0,1 2 0,2 0 0,2 0 0,0-2 0,2-3 0,0-3 0,0-1 0,3-4 0,-6-4 0,-1-4 0,-3-4 0,-1-7 0</inkml:trace>
  <inkml:trace contextRef="#ctx0" brushRef="#br0" timeOffset="1932">1662 218 8704,'13'0'0,"-3"0"0,1 1 0,0 2 0,2 3 0,-1 3 0,1 4 0</inkml:trace>
  <inkml:trace contextRef="#ctx0" brushRef="#br0" timeOffset="2218">2015 411 8704,'-11'12'0,"0"1"0,1-3 0,-3-4 0,2-2 0,0-4 0,0 2 0,0 0 0,-1 4 0,-1 1 0,1 4 0,4 0 0,0 3 0,2 1 0,0 5 0,0 0 0,2 1 0,2 1 0,2 2 0,2-2 0,3 0 0,3 0 0,1-1 0,4-4 0,1-3 0,1-2 0,-1-1 0,3-3 0,0 0 0,0-1 0,0-3 0,-2-2 0,0-1 0,1-1 0,-2 0 0,4 0 0,-1 0 0</inkml:trace>
  <inkml:trace contextRef="#ctx0" brushRef="#br0" timeOffset="2815">2310 0 8704,'-5'22'0,"1"2"0,0 1 0,-3 3 0,2 2 0,0 1 0,0 7 0,3 1 0,1 5 0,0 4 0,1-2 0,0 0 0,0-1 0,0 1 0,0 0 0,0-2 0,1-4 0,1-3 0,-1-7 0,4-5 0,0-3 0,0-2 0,3-6 0,0-4 0,-1-5 0,2-2 0</inkml:trace>
  <inkml:trace contextRef="#ctx0" brushRef="#br0" timeOffset="3188">2412 500 8704,'10'13'0,"3"2"0,0-1 0,3-1 0,4-6 0,0-5 0,3-2 0,2-2 0,-1-2 0,4-3 0,-2-1 0,-3 0 0,-1-4 0,-5 2 0,-2 0 0,-2-1 0,-5 2 0,-2-2 0,-3-3 0,-3 4 0,-5-3 0,-1 1 0,-3 2 0,1 0 0,-2 3 0,-2-2 0,0 1 0,-1 3 0,-2 2 0,0 0 0,1 1 0,0 6 0,-1 5 0,2 3 0,0 6 0,2 1 0,2 4 0,1 1 0,3 4 0,1 0 0,1 1 0,4 4 0,4 3 0,4-1 0,4-3 0,0-1 0,5-4 0,1-1 0,2-2 0,1-5 0,-1-2 0,0-2 0,0-5 0,-1-3 0,-2-3 0,-1-2 0,2 2 0,-3-1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20.11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10 118 8704,'6'14'0,"1"5"0,-3 4 0,-2 0 0,-1 1 0,0 5 0,1 8 0,1 5 0,0 4 0,-2 6 0,-1 4 0,0 2 0,0 5 0,0 7 0,-1 7 0,-3-2 0,-2-1 0,1-6 0,1-6 0,1-4 0,0-6 0,-1-9 0,4-14 0,4-13 0,-1-17 0,-1-17 0,-1-8 0,-1-17 0,0 3 0</inkml:trace>
  <inkml:trace contextRef="#ctx0" brushRef="#br0" timeOffset="265">0 246 8704,'11'-7'0,"2"1"0,2 3 0,2-3 0,1 2 0,2 2 0,1 0 0,5 2 0,0 2 0,-1 1 0,-1 3 0,-4 7 0,-1 4 0,-3 1 0,-2 6 0,-5 2 0,-3 2 0,-2-2 0,-4 2 0,-4-2 0,-2 2 0,-3-2 0,-5-3 0,-2-7 0,-2-3 0,2-2 0,-3-2 0,3-3 0,-3-2 0,8-5 0,5-6 0,4 0 0,10-11 0,3 3 0</inkml:trace>
  <inkml:trace contextRef="#ctx0" brushRef="#br0" timeOffset="563">540 275 8704,'10'-9'0,"-4"3"0,-3 6 0,-6 7 0,-4 1 0,2 2 0,-2 2 0,-1 4 0,1-2 0,-1 5 0,3 0 0,0-1 0,-1 5 0,2 0 0,2-1 0,1-1 0,1-2 0,1 1 0,3-2 0,2-1 0,4-3 0,3-5 0,3-3 0,6-1 0,0-7 0,-3-2 0,-5-6 0,-1-4 0,-2-7 0,-4-1 0,-1-5 0,0-1 0,-2-1 0,-2-1 0,-1 1 0,-4 4 0,-2 2 0,0 2 0,-3 1 0,3 4 0,-2 0 0,5 8 0,-2 4 0,4 9 0</inkml:trace>
  <inkml:trace contextRef="#ctx0" brushRef="#br0" timeOffset="915">972 226 8704,'-15'-4'0,"3"3"0,2-2 0,-2 3 0,-8 3 0,8 2 0,3 5 0,0 0 0,3 6 0,1 2 0,1-1 0,1 3 0,7 0 0,2-1 0,6-6 0,1 0 0,0-3 0,2-3 0,-4 1 0,2-1 0,-3 2 0,0 0 0,0 2 0,0 2 0,-5 3 0,-2 3 0,-6 1 0,-2-5 0,-6-2 0,-1-2 0,-1-1 0,-6-1 0,0-3 0,0-3 0,0-6 0,8-7 0,6-5 0,5-4 0</inkml:trace>
  <inkml:trace contextRef="#ctx0" brushRef="#br0" timeOffset="1102">1110 344 8704,'0'29'0,"0"-7"0,0-1 0,0 1 0,0-3 0,1 3 0,1-3 0,1-3 0,1-1 0,-1 3 0,0-2 0,1 1 0,0 2 0,-4-10 0,0-9 0,-5-13 0,-5-12 0</inkml:trace>
  <inkml:trace contextRef="#ctx0" brushRef="#br0" timeOffset="1215">1090 1 8704,'2'15'0,"5"-2"0,4-5 0,8-2 0,10 5 0,1 4 0</inkml:trace>
  <inkml:trace contextRef="#ctx0" brushRef="#br0" timeOffset="1397">1247 236 8704,'0'20'0,"1"-8"0,2-2 0,5-7 0,7 0 0,5-2 0,-2-1 0,0 0 0,1 0 0,3 0 0,1-3 0,-3 0 0,-1 0 0,1 2 0,0 1 0,-1 0 0</inkml:trace>
  <inkml:trace contextRef="#ctx0" brushRef="#br0" timeOffset="1598">1414 187 8704,'-8'-9'0,"-2"9"0,-1 12 0,4 11 0,1-1 0,2-1 0,1 2 0,3-1 0,0 1 0,0 1 0,1 1 0,2 5 0,3-2 0,-1-2 0,4 2 0,-3-4 0,3 1 0,2-9 0,2-3 0,1-7 0,2-10 0,-2-2 0,-4-3 0,5-5 0,0-1 0</inkml:trace>
  <inkml:trace contextRef="#ctx0" brushRef="#br0" timeOffset="1765">1590 305 8704,'0'24'0,"0"0"0,2 3 0,0-2 0,1-1 0,0 0 0,-2-2 0,3 2 0,2 1 0,0-6 0,0 1 0,2 2 0,1-10 0,0 1 0,-3-11 0,-4-4 0,-4-7 0,-4-11 0,-3-1 0</inkml:trace>
  <inkml:trace contextRef="#ctx0" brushRef="#br0" timeOffset="1896">1600 20 8704,'16'5'0,"-2"0"0,-4 5 0,-1 0 0,1-1 0,4 6 0,2 0 0</inkml:trace>
  <inkml:trace contextRef="#ctx0" brushRef="#br0" timeOffset="2166">1826 236 8704,'0'20'0,"-1"-4"0,-2 0 0,0 1 0,-2 2 0,1 1 0,-3 0 0,4-1 0,1 1 0,1 0 0,1-1 0,0 1 0,0-1 0,1 1 0,1 0 0,2-1 0,2 1 0,0 0 0,5-2 0,1-2 0,1-2 0,6-5 0,-2-3 0,2-6 0,-2-12 0,-7-9 0,0-3 0,0-3 0,-5-1 0,-2-2 0,-2 1 0,-1-1 0,-1 1 0,-1 0 0,-2 3 0,-2 3 0,3 3 0,-3 0 0,-2 1 0,-1 3 0,-1 2 0,1 4 0,-1 0 0</inkml:trace>
  <inkml:trace contextRef="#ctx0" brushRef="#br0" timeOffset="2532">2071 364 8704,'9'11'0,"-2"2"0,-2 2 0,-2 6 0,4 2 0,-2-3 0,1 3 0,-1-2 0,1-1 0,-1 0 0,3 3 0,-2 3 0,-2-5 0,2-1 0,-4-14 0,3-6 0,-1-11 0,-2-7 0,4-4 0,-2-1 0,-2 1 0,4-2 0,-1 1 0,2 0 0,-1-1 0,1 7 0,1-3 0,0 3 0,-1 2 0,-1 0 0,5 7 0,2 1 0,-2 4 0,3 7 0,-1 6 0,0 5 0,4 4 0,-3 1 0,0 0 0,0 3 0,3-1 0,-4 3 0,-1-1 0,-1-2 0,-1-1 0,-2-2 0,0 0 0,-2-3 0,-3-2 0,1-8 0,-13-2 0,-2-4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52.36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213 555 9877,'-2'8'0,"-1"-1"0,0-4 0,-4 1 0,-2-3 0,3-2 0,-2-2 0,-1-1 0,-1 2 0,-1-3 0,0 1 0,0 2 0,0 0 0,-1 4 0,1 1 0,0 6 0,0 5 0,-1 3 0,1 6 0,0 0 0,0 4 0,3 0 0,2 4 0,1-1 0,3 1 0,2-3 0,2-2 0,3-4 0,1-3 0,3-4 0,5-6 0,1-3 0,-2-1 0,1-2 0,0-7 0,1-5 0,-1-5 0,2-1 0,-1-6 0,0-4 0,1-2 0,-4-8 0,3-6 0,-2-3 0,-2-1 0,0 0 0,0-1 0,2-1 0,2-2 0,-3-7 0,2 4 0,-4 3-71,-2 5 1,-2 2-1,3 4 1,-3 4-145,-1 2 1,-1 5 0,-4 4 0,0 2 198,0 3 12,0 1 0,0 12 1,0 5-1,0 7 0,0 3 1,0 2 0,0 4 0,0 5 0,0 4 1,0 7 0,0-3 0,0 4 0,0 1 1,0 1 0,0 2 0,0 4 1,0 3 0,0 1 0,0 1 0,0 1 0,0 2 0,-2 7 0,0-4 0,-2 0 0,2-1 0,0-10 0,2 0 0,2-6 0,1-5 0,4-5 0,4-9 0,0-6 0,0-4 0,4-3 0,1-7 0,1-3 0,-1-3 0,4-7 0,-3 0 0</inkml:trace>
  <inkml:trace contextRef="#ctx0" brushRef="#br0" timeOffset="233">617 533 8614,'0'11'0,"0"-3"0,1-1 0,3 2 0,-3-3 0,4 0 0,0-1 0,2-2 0,5-2 0,1-1 0,4-1 0,0-3 0,2 2 0,4-6 0,2 1 0,2 0 0,-1-1 0,-4 4 0,-1 0 0,-2-1 0,1 4 0,-5-3 0,0 3 0,-4 1 0</inkml:trace>
  <inkml:trace contextRef="#ctx0" brushRef="#br0" timeOffset="451">864 398 8614,'-12'1'0,"3"3"0,0 4 0,1 2 0,1 1 0,-3 1 0,1 3 0,2 4 0,4 2 0,-1 3 0,3 1 0,1 1 0,0 5 0,0-1 0,1 3 0,3 0 0,-1 1 0,4 0 0,2-1 0,1 1 0,5-5 0,0-3 0,0-4 0,1-3 0,-2-3 0,4-6 0,2-2 0,2-4 0,-4-4 0,1-4 0,1-4 0,1-2 0,2-1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56.06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 8614,'11'6'0,"0"0"0,0-2 0,-1-1 0,1-3 0,1 0 0,2 0 0,0-1 0,3 0 0,1-1 0,1 0 0,0-1 0,0 1 0,-1 1 0,-1 0 0,-3 1 0,1 0 0,-1 0 0,-2 4 0,1 2 0,-6-2 0,-4 7 0,-6-4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56.92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6 1 8614,'0'13'0,"0"0"0,3-3 0,5 0 0,4 1 0,1-3 0,4 5 0,-1-1 0,0 1 0,2 3 0,0 3 0,-1 2 0,-2 2 0,-2 0 0,-1 4 0,-2 1 0,-1 2 0,-4 2 0,-2 1 0,-3 3 0,0 2 0,-3-2 0,-3 2 0,-2-5 0,-2-5 0,-1-4 0,-2-3 0,0-1 0,0-3 0,0-5 0,-2-6 0,0-3 0,1-2 0,1-5 0,0-1 0,0-5 0,0-2 0,4 0 0,2-5 0,2 0 0,3 0 0,0 1 0,4 1 0,3-2 0,3-2 0,0-3 0,3-1 0,0 0 0,1-1 0,2 0 0,1-3 0,2-1 0,1 1 0,2 0 0,-1 2 0,0 0 0,1 1 0,0 0 0,-1 4 0,-2 3 0,-3 3 0,-3 6 0,0 2 0,0 3 0,-3 2 0,0 1 0,-2 6 0,1 1 0,-5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4:57.32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40 8610,'0'13'0,"0"0"0,0 0 0,1 0 0,1 2 0,2 2 0,3 2 0,0 1 0,2 1 0,-1 3 0,1 4 0,0 5 0,-1 2 0,-1 0 0,-1 0 0,0-3 0,-2-3 0,-2-3 0,1-4 0,-1-5 0,4-9 0,0-8 0,2-5 0,2-9 0,-1-2 0,-1-3 0,1-4 0,0-4 0,1-1 0,2-2 0,-3 0 0,0-5 0,0 0 0,-1 2 0,1-1 0,-3 6 0,1-1 0,-1 1 0,-2 1 0,0 6 0,-1 4 0,-2 2 0,0 5 0,0 6 0,0 8 0,1 6 0,0 9 0,-2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5:02.19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1 807 9880,'0'13'0,"1"-5"0,4-2 0,3-1 0,7-1 0,2-2 0,-1-3 0,1-2 0,0 0 0,0 0 0,1-1 0,-3 1 0,-1 0 0,-1 0 0,2-1 0,0 2 0,0-3 0,-5 4 0,-6-5 0,-5 3 0</inkml:trace>
  <inkml:trace contextRef="#ctx0" brushRef="#br0" timeOffset="183">136 692 9880,'-7'14'0,"0"2"0,-1 0 0,0 0 0,-1-1 0,3-3 0,0 1 0,2 0 0,-1 2 0,3 0 0,1-1 0,2 0 0,1 2 0,2 0 0,1 1 0,1 0 0,1-2 0,1 0 0,1-2 0,1 0 0,2-2 0,2-2 0,1-2 0,1 0 0,-1-5 0,1 1 0,3-3 0</inkml:trace>
  <inkml:trace contextRef="#ctx0" brushRef="#br0" timeOffset="851">650 492 9880,'-13'0'0,"-2"0"0,0 0 0,1 0 0,2 0 0,1 0-223,-3 0 0,4 3 0,-3 2 0,1 3 148,2 3 1,-1 4 0,3 3-1,2 3 75,1 5 0,3 2 0,0 4 0,1 0 0,1-2 0,3 0 0,2-1 0,2-1 0,2-2 0,2-2 0,0-7 0,1-4 0,1-3 0,1-2 0,0-7 0,1-2 0,-1-5 0,2-9 0,-1-7 0,1-6 0,0-6 0,-1-3 0,-2-8 0,-1-2 0,-1-3 0,0-2 0,-3-4 0,-2 1 0,-4 1 0,-1-1 0,-1 2 0,0 2 0,0 3 0,-3 5 0,-1 9 0,-2 1 0,0 3 0,0 5 0,2 6 0,-2 8 0,2 9 0,1 5 0,1 11 0,1 2 0,1 6 0,2 4 0,1 9 0,0 3 0,0 2 0,0 3 0,-2 2 0,1 2 0,0 2 0,1 4 0,-1-2 0,-1 3 0,0 1 0,0 1 0,0-5 0,2-6 0,0-8 0,2-5 0,3-9 0,1-5 0,1-4 0,2-6 0,3-4 0,-2 0 0,3 3 0</inkml:trace>
  <inkml:trace contextRef="#ctx0" brushRef="#br0" timeOffset="1116">932 518 8623,'10'6'0,"-3"-3"0,-2 5 0,5-2 0,5 2 0,3-3 0,1-2 0,0-4 0,1-1 0,2-3 0,-2 0 0,3-2 0,0 1 0,0-1 0,-5 2 0,-1 0 0,-3 1 0,-1-1 0,-2 2 0,-1 1 0,-5 1 0,1 1 0</inkml:trace>
  <inkml:trace contextRef="#ctx0" brushRef="#br0" timeOffset="1367">1196 332 8623,'-13'5'0,"2"3"0,0 7 0,0 0 0,4 2 0,0-2 0,2 3 0,2 2 0,-2 2 0,3 4 0,0 2 0,2 2 0,0 4 0,0 3 0,0 0 0,0 2 0,0-1 0,0-3 0,2-2 0,3-2 0,3-4 0,3-1 0,1-3 0,1-3 0,2-6 0,1-1 0,0-4 0,2-2 0,0-3 0,0-3 0,-1-2 0,-3-3 0,5-2 0,-3-1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5:14.64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8623,'11'4'0,"0"1"0,-2-4 0,2 2 0,1-3 0,-1 0 0,0 0 0,1 0 0,0 0 0,2 0 0,-1 0 0,0-2 0,1 0 0,-1 0 0,1 2 0,2 0 0,-1 0 0,3 0 0,-6 0 0,0 3 0,-5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5:14.82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28 1 8623,'-3'15'0,"-2"1"0,1 0 0,-3 0 0,5 0 0,-3 3 0,4-1 0,1-3 0,0 0 0,0 0 0,0-2 0,2 0 0,1 1 0,0-1 0,0 1 0,-1-4 0,1 3 0,1-3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6:04.65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340 1 8662,'8'0'0,"1"0"0,-3 0 0,4 2 0,5 0 0,2 0 0,0-2 0,2 0 0,2 0-1,4 0 0,2 0 1,5 0-1,0 0 0,0 0 1,3 0 0,3 0-1,2 0 1,3 0 0,3 0 0,-4 0 0,2 0 0,1 0 0,5 0 0,-1 0 0,-2 0 0,0 0 0,-2 0 0,0 0 0,1 0 0,-1 0 0,-2-2 0,-4 0 0,-1 1 0,1 0 0,-2 1 0,-1 0 0,-3 0 0,-2 0 0,-2 2 0,4 1 0,-3 0 0,-2 0 0,-1 2 0,-6-2 0,0 1 0,-1 1 0,-4-2 0,-1 2 0,-1-3 0,-1 1 0,-5 0 0,-6 1 0,-9 2 0,-6-2 0,-3 2 0</inkml:trace>
  <inkml:trace contextRef="#ctx0" brushRef="#br0" timeOffset="949">257 7 8593,'0'13'0,"-1"0"0,0 1 0,-1 0 0,0 1 0,2 5 0,0 2 0,-1 3 0,-1 3 0,1 3 0,-1 4 0,1 0 0,1 3 0,0 2 0,0 3 0,0 1 0,0 1 0,0-4 0,0-1 0,0-1 0,0 0 0,0 2 0,0-4 0,0-5 0,0-5 0,0-3 0,0-7 0,0-2 0,0-7 0,-1-6 0,-3-8 0,-3-6 0,-4-3 0,1 1 6,0 0 0,0 1 1,0-1-1,1-1-5,0 0 0,-2 0 0,3 0 0,0 1-1,1 0 0,0 3 1,-2 1-1,-2-2 0,-1 6 0,-1 2 0,-1 8 0,1 5 0,3 4 0,3 2 0,1 3 0,1-1 0,1 3 0,-1 2 0,1-1 0,0-2 0,2 0 0,0-2 0,1 1 0,1-3 0,3 0 0,1-2 0</inkml:trace>
  <inkml:trace contextRef="#ctx0" brushRef="#br0" timeOffset="1482">405 367 8727,'0'19'0,"0"-3"0,0-1 0,6-4 0,4-3 0,3-3 0,3-1 0,-2-1 0,1 3 0,0-1 0,-2 2 0,0-3 0,-1 2 0,-1 3 0,-2-1 0,-3 2 0,-2 2 0,-2-2 0,-5 3 0,-6 3 0,-1-2 0,-5 0 0,1-3 0,-1 1 0,1-2 0,-1 0 0,-1-1 0,7-1 0,-2-4 0,9-2 0,2-4 0,8-1 0,7-1 0,1 1 0,0 0 0,-1 2 0,0-1 0,0 2 0,2 2 0,-2 0 0,2 1 0,0 1 0,-1-1 0,3-1 0,-3 1 0</inkml:trace>
  <inkml:trace contextRef="#ctx0" brushRef="#br0" timeOffset="2308">860 181 8727,'0'12'0,"0"1"0,3-4 0,2-1 0,3-1 0,-1 1 0,4-1 0,1 1 0,0 1 0,3 2 0,0 1 0,1 2 0,0 3 0,1 2 0,-2 3 0,1 3 0,0 4 0,-4 0 0,-3 4 0,-3-3 0,-2 1 0,-1-2 0,-4 0 0,-1 0 0,-2-2 0,-4-2 0,0-3 0,-1-3 0,0-3 0,-2-4 0,-4-3 0,-1-5 0,0-3 0,2-6 0,3-5 0,1-5 0,-1-5 0,1-2 0,0-4 0,3 0 0,2-1 0,3 0 0,1 2 0,4-2 0,2 1 0,3-1 0,3 2 0,2 4 0,2 0 0,2 1 0,1 1 0,1 2 0,1 2 0,-1 2 0,0 3 0,0 0 0,0 5 0,-2 0 0,2 0 0,-2 3 0,-2 0 0,0 2 0,-7 0 0,-2 3 0,-6 1 0</inkml:trace>
  <inkml:trace contextRef="#ctx0" brushRef="#br0" timeOffset="3032">1405 168 8630,'0'13'0,"0"-1"0,0 1 0,-2 3 0,0 1 0,0 1 0,2 2 0,0 2 0,0 3 0,0 4 0,0 5 0,-2 1 0,-1 2 0,1 1 0,-1 0 0,2 2 0,-2-3 0,-1 1 0,0-2 0,3-6 0,-1-5 0,1-3 0,1-4 0,0-8 0,6-5 0,1-5 0</inkml:trace>
  <inkml:trace contextRef="#ctx0" brushRef="#br0" timeOffset="3315">1636 373 8659,'-6'15'0,"-4"0"0,-1-1 0,-3-3 0,3-3 0,-1 0 0,-1 1 0,0 1 0,-2 2 0,-2-1 0,1 0 0,-1-1 0,3 1 0,-2 0 0,0 0 0,4-1 0,-1-1 0,1 0 0,6-1 0,1 3 0,7 2 0,5 4 0,3-1 0,0 0 0,1-4 0,0-1 0,1 0 0,3 0 0,1 1 0,-1-2 0,1-1 0,2-2 0,-2 0 0</inkml:trace>
  <inkml:trace contextRef="#ctx0" brushRef="#br0" timeOffset="3533">1668 642 8653,'-6'24'0,"2"-1"0,-4-2 0,3 0 0,0-3 0,2-4 0,2 0 0,1 0 0,0 0 0,0 1 0,1 2 0,1-1 0,1-1 0,1 1 0,1 1 0,-2-2 0,0-1 0,2 0 0,0-3 0,1-2 0,-4-4 0,7-7 0,-6-2 0</inkml:trace>
  <inkml:trace contextRef="#ctx0" brushRef="#br0" timeOffset="3901">1739 617 8653,'10'3'0,"1"4"0,-5 1 0,0 4 0,-2 0 0,1 3 0,0-2 0,-4 2 0,0 1 0,-5 0 0,-1-2 0,-5-1 0,-2-1 0,4-4 0,0 0 0,5-1 0,-1 0 0,8-1 0,4 1 0,5 2 0,0 1 0,-2 0 0,-6 2 0,-1 1 0,1 1 0,-2 4 0,0-1 0,-1 1 0,0-1 0,0 1 0,-4-3 0,0 2 0,-6-2 0,0-3 0,-4-5 0,2-9 0,0-5 0,0-5 0,2-4 0,-2-6 0,0 0 0</inkml:trace>
  <inkml:trace contextRef="#ctx0" brushRef="#br0" timeOffset="4149">1950 367 8653,'13'5'0,"0"0"0,0-3 0,0-4 0,0-1 0,2 1 0,2-1 0,3-2 0,0 3 0,2-1 0,-2 0 0,0-1 0,-1 1 0,0 2 0,-2 0 0,-1 2 0,-3 0 0,-1 2 0,1 4 0,-3 2 0,-3 2 0,-5-1 0,-2 0 0</inkml:trace>
  <inkml:trace contextRef="#ctx0" brushRef="#br0" timeOffset="4334">2168 347 8653,'-2'15'0,"-3"0"0,0-1 0,1 0 0,-2-3 0,3-1 0,-1 2 0,2 0 0,-1 1 0,1 2 0,1 3 0,0 0 0,1 2 0,0 1 0,0 3 0,0 1 0,-1 3 0,0 2 0,-2 1 0,-1-1 0,2-4 0,-1-5 0,0-1 0,1-1 0,-4 0 0,-1 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6:09.98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20 8819,'10'0'-23,"2"-1"18,1-1 1,2-1 0,3-1 0,-1 2 0,1 1 1,0-1 0,2 0 0,-1 0 0,0 2 0,0 0 0,1 0 1,0 0-1,0 0 0,0 2 1,-5 0-1,1-1 1,0 0 0,1-1 0,-2 0 1,1 0-1,0 0 1,-1 0 0,-2 0 0,2 0 1,1 0-1,1 1 1,-2 1 0,-2-1 0,0 1 0,0-1 0,-3-1 0,-3-3 0,-8 1 0,-6-2 0,2 3 0,-3-2 0,5 3 0,-6 3 0,6 0 0</inkml:trace>
  <inkml:trace contextRef="#ctx0" brushRef="#br0" timeOffset="1121">1091 501 8650,'-11'-4'0,"-2"2"0,-1 2 0,-6 2 0,1 3 0,3 1 0,0 2 0,1 2 0,0 2 0,0 0 0,2 5 0,0 3 0,1 2 0,-1 0 0,3 6 0,2-1 0,3-1 0,2 0 0,3-1 0,2-2 0,2-4 0,1-5 0,5-6 0,2-1 0,0-3 0,1-2 0,0-5 0,0-4 0,2-5 0,-1-4 0,3-6 0,-2-4 0,0-3 0,-2-5 0,-2-3 0,0-1 0,0-3 0,-2 0 0,0-3 0,-3 2 0,-1 1 0,0 3 0,-1 2 0,0 2 0,0 2 0,-1 5 0,0 4 0,0 1 0,-2 2 0,2 3 0,-1 2 0,0 4 0,1 12 0,-1 9 0,0 5 0,1 5 0,-3 4 0,3 6 0,-2 2 0,1 3 0,-1 2 0,1 5 0,-1 3 0,-1 0 0,-1 4 0,-1 0 0,-2 2 0,-2 3 0,-1-6 0,1-2 0,0-6 0,2-8 0,1-6 0,3-7 0,3-9 0,1-10 0,2-6 0,0-7 0</inkml:trace>
  <inkml:trace contextRef="#ctx0" brushRef="#br0" timeOffset="1766">1457 219 8650,'0'13'0,"0"-1"0,0 1 0,0 2 0,0 1 0,0 5 0,0 3 0,-3 7 0,1 8 0,-2 6 0,-1 5 0,-1-1 0,0 3 0,0-2 0,2-2 0,-1-3 0,3-6 0,0-5 0,2-9 0,1-6 0,3-11 0,1-3 0,5-10 0,0-4 0,0-4 0,1-7 0,2-5 0,0-3 0,0-1 0,-1-3 0,1-3 0,0 0 0,0-2 0,-2 4 0,-2-3 0,1 2 0,-2 2 0,-1-1 0,-2 1 0,0 1 0,0 4 0,-3 6 0,1 2 0,1 3 0,0 3 0,-3 5 0,7 5 0,-2 9 0,1 4 0,0 7 0,-2 0 0,-2 5 0,0 4 0,2 2 0,-1 5 0,-1 1 0,-1 2 0,2 4 0,0 1 0,0 2 0,0-2 0,0 0 0,3-2 0,1-4 0,1-1 0,2-8 0,-2-6 0,1-6 0,1-7 0,-1-4 0,0-4 0,-1-3 0,-1-5 0,2-5 0,-2-4 0,0-2 0,-1-4 0,-1-2 0,1-1 0,-1-3 0,1-2 0,-1-1 0,1 0 0,-1-1 0,0 0 0,3-1 0,-1-2 0,1 0 0,0-2 0,-2 6 0,0 4 0,-3 4 0,-1 4 0,-1 4 0,-2 2 0,-3 10 0,0 2 0</inkml:trace>
  <inkml:trace contextRef="#ctx0" brushRef="#br0" timeOffset="2300">1989 649 8688,'10'15'0,"1"0"0,-1 0 0,2-1 0,3-3 0,0-4 0,3-2 0,0 0 0,2-3 0,1-2 0,1 0 0,1-2 0,-5-3 0,1-3 0,-3-2 0,-2 0 0,-3-2 0,1 2 0,-2-3 0</inkml:trace>
  <inkml:trace contextRef="#ctx0" brushRef="#br0" timeOffset="2551">2194 565 8684,'-10'0'0,"0"7"0,2 3 0,3 3 0,3 3 0,-1-1 0,1 3 0,-1 2 0,1 6 0,2 3 0,-2 1 0,0 0 0,0-1 0,1 1 0,0-1 0,-1-1 0,0-4 0,2-2 0,2-3 0,5-4 0,4-5 0,3-4 0,0-3 0,2-5 0,-1-2 0,0-2 0,2 0 0,-2-1 0,0-1 0,0-1 0,-1 1 0,1 1 0,1 1 0,1-1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15.78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8859,'0'20'0,"0"1"0,0 2 0,0 2 0,0 0 0,0 1 0,4-4 0,3 0 0,5-4 0,3-2 0,3 0 0,4-5 0,3-2 0,1-5 0,3-4 0,1-4 0,2-5 0,0-2 0,2-5 0,2 0 0,-1 0 0,-1 1 0,0-2 0,2 5 0,-2 1 0,-4 0 0,-1 3 0,0 2 0,0 3 0,2 2 0,1 1 0,-2 1 0,1 2 0,-2 3 0,4 2 0,0 1 0,0 1 0,-2-1 0,-2 3 0,2 1 0,3-2 0,2-1 0,-2-1 0,-1 1 0,-1-1 0,1 0 0,1 0 0,2 1 0,-2-2 0,-3-2 0,0 2 0,1-3 0,1 1 0,2 1 0,0-5 0,0 2 0,-2-1 0,-2 0 0,4 0 0,-2-3 0,1 0 0,0 0 0,-1 0 0,2 0 0,-2 0 0,2 0 0,-3 0 0,-1 0 0,-2 0 0,-2 0 0,2 0 0,1 0 0,1 0 0,-2 0 0,0 0 0,-1 0 0,-1 0 0,1 0 0,-1 3 0,-3 1 0,-1 0 0,0 0 0,-3 3 0,4 0 0,-1 0 0,1-1 0,-3 2 0,3-2 0,0 3 0,-1 0 0,2-3 0,1-1 0,0 0 0,-1 0 0,-2-3 0,3 2 0,-2 0 0,-2-1 0,0 0 0,-4-3 0,1 0 0,-5 1 0,-2 2 0,-6-2 0,-10 15 0,-6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1.74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10 212 9602,'5'27'0,"-2"-2"0,-5 0 0,-2-2 0,0 0 0,-1-1 0,2 3 0,3-3 0,0 1 0,0-1 0,3 3 0,2-3 0,0-3 0,2-2 0,-2-2 0,1 0 0,-4-8 0,6 5 0,-1-15 0,0-7 0,0-5 0,-1-1 0,1 0 0,1 2 0,2 1 0,-1-5 0,0-2 0,3-4 0,1 5 0,-2 1 0,-1 1 0,0 2 0,-1 1 0,0 1 0,0 1 0,-3 2 0,1 1 0,-5 8 0,2 2 0</inkml:trace>
  <inkml:trace contextRef="#ctx0" brushRef="#br0" timeOffset="215">333 369 9602,'0'24'0,"0"-2"0,0-3 0,0 0 0,0-1 0,0 0 0,1 0 0,1-2 0,1 0 0,4-2 0,-1 1 0,2-2 0,-2-3 0,6-5 0,-2-1 0</inkml:trace>
  <inkml:trace contextRef="#ctx0" brushRef="#br0" timeOffset="365">314 0 9602,'1'21'0,"2"-4"0,4-3 0,1-1 0,3-4 0,4 0 0,-3 0 0,13-3 0,-5-2 0</inkml:trace>
  <inkml:trace contextRef="#ctx0" brushRef="#br0" timeOffset="752">674 231 9602,'-14'6'0,"2"0"0,-2-3 0,2 3 0,1 2 0,-1-3 0,1 1 0,-1 1 0,0-1 0,2 3 0,5 3 0,3 7 0,4 3 0,3-7 0,6 2 0,0-4 0,1-1 0,2 2 0,-3-3 0,2 1 0,2-1 0,-4 0 0,1-2 0,-2 0 0,0 0 0,-4 1 0,-1 1 0,-1 4 0,-1-1 0,-4 5 0,-2-1 0,-2-3 0,-4-6 0,-2 0 0,-1 1 0,-1-1 0,-4 0 0,3 0 0,1 1 0,-3-4 0,4 0 0,1 1 0,4 1 0,3 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3.51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185 1 9602,'-12'0'0,"0"0"0,3 0 0,-7 0 0,4 4 0,-3 3 0,2 4 0,2 5 0,-2 2 0,-1 5 0,1 3 0,0 4 0,1 2 0,5-1 0,2 2 0,1-1 0,1-1 0,4-6 0,3-4 0,5-1 0,1-6 0,6-2 0,1-5 0,4-4 0,-1-3 0,4-3 0,-2-3 0,4-7 0,-2-1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3.79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110 10 9602,'-9'12'0,"0"0"0,0 0 0,-1-2 0,0-1 0,-2 0 0,2 4 0,-3-1 0,4 0 0,3 2 0,1 0 0,3 4 0,-1 2 0,1 1 0,2-1 0,3 2 0,3-3 0,2-1 0,1 0 0,1-2 0,-1 0 0,4-6 0,2-1 0,3-5 0,-3-5 0,0-5 0,-2-6 0,-1-6 0,-2-2 0,-2-4 0,-2-2 0,1 0 0,-3-5 0,0 1 0,0 0 0,1 5 0,-3 0 0,1 5 0,-1 1 0,-1 5 0,-1 1 0,0 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4.14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28 55 9602,'0'22'0,"-1"0"0,-2 2 0,1-11 0,-4 0 0,-1 0 0,3-3 0,1 5 0,2-2 0,1 2 0,0 2 0,4-6 0,2 1 0,6-5 0,3 3 0,2-6 0,-2-7 0,-1-4 0,-1-1 0,-3-2 0,3-2 0,-3-4 0,-1-1 0,0-3 0,0 0 0,0-2 0,-3 2 0,2-3 0,-3 2 0,1 1 0,0 4 0,-2-2 0,2 3 0,-4 8 0,1 7 0,-2 10 0,-1 10 0,1 5 0,1 2 0,1 0 0,1 1 0,-2-1 0,2-3 0,1-2 0,2-3 0,3-1 0,2-3 0,-1-5 0,4-8 0,-2-4 0,4-4 0,-3-3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4.49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73 0 9602,'-9'6'0,"0"0"0,0 2 0,-1 0 0,1 2 0,0 2 0,1 6 0,2 3 0,3 0 0,3-5 0,4-1 0,5-2 0,1-1 0,4-3 0,1 1 0,-1-1 0,-3 0 0,2 0 0,-3 1 0,2-1 0,1 0 0,-2 0 0,-5 5 0,-3 1 0,-7-2 0,-4 0 0,-3-3 0,-1-1 0,-2 0 0,0 1 0,-2-2 0,1-2 0,2-2 0,-2-4 0,5-5 0,2-4 0,7-6 0,5 1 0,6-1 0,2-2 0,3 0 0,3-2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4.66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9 9602,'13'-5'0,"-3"1"0,3 9 0,-7 6 0,-3 6 0,-2 1 0,-1 4 0,-1-2 0,-2 2 0,2-2 0,-2 1 0,1-1 0,-1-2 0,2-3 0,-3 1 0,3-9 0,-3-3 0,-1-9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4.79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19 9602,'9'9'0,"1"-7"0,-1-9 0,1 0 0,3-1 0,6 3 0,-5 2 0,12 3 0,-7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4.97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9602,'5'18'0,"4"-8"0,0-4 0,5-4 0,5-2 0,3 0 0,-3-1 0,3-1 0,-3-1 0,4 0 0,1 3 0,3 4 0,1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5.14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38 0 9602,'-5'14'0,"1"1"0,-1 3 0,0-1 0,-3 0 0,2 2 0,2-3 0,4 6 0,0-3 0,0 0 0,1 0 0,2 2 0,3 1 0,2 2 0,-2-3 0,0 0 0,-1-1 0,0-2 0,-2-3 0,3 1 0,0-1 0,4 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5.73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45 9602,'3'27'0,"1"-2"0,1-3 0,2 1 0,0-4 0,1 3 0,-2-4 0,1-2 0,1-3 0,1-4 0,1 1 0,3-6 0,0-5 0,-1-8 0,0-4 0,-6-5 0,2-1 0,2 1 0,-2-4 0,-1 1 0,-1-1 0,1 0 0,1 1 0,2-2 0,-1 4 0,1 4 0,2 8 0,0 4 0,2 6 0,-1 4 0,0 5 0,-5 3 0,-1 4 0,-1 2 0,0 0 0,4 4 0,-2 3 0,-2 2 0,2 4 0,-3-2 0,2 0 0,-1 3 0,-4 2 0,1 3 0,-2 3 0,-1 2 0,-1 5 0,-2-1 0,-3 0 0,-3 1 0,-4-6 0,-2-1 0,-3-5 0,0-5 0,-2-5 0,0-7 0,-3-5 0,0-4 0,2-5 0,0-6 0,2-7 0,4-6 0,1-4 0,6-4 0,2 0 0,3-2 0,3-3 0,3 1 0,3-1 0,2 1 0,3 0 0,0-2 0,2 2 0,2-2 0,-3-1 0,3 0 0,2 0 0,0 2 0,3-1 0,0 2 0,3 1 0,0 1 0,-1 7 0,2 2 0,2 4 0,1 3 0,-1-1 0,0 4 0,-2 1 0,-2 1 0,-3 4 0,-5 1 0,-1 1 0,-3 1 0,-4 3 0,-9 0 0,-3-3 0,-7 2 0,-5-3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6.41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9602,'0'15'0,"6"-3"0,4-5 0,7-1 0,5-3 0,3 2 0,0 0 0,1-3 0,3 2 0,2 0 0,-1 0 0,-1 0 0,-6-1 0,-1-2 0,-3 2 0,-4 2 0,-2 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6.59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47 0 9602,'-1'19'0,"-2"0"0,-3 3 0,-3 0 0,0 3 0,1-3 0,2 1 0,2-3 0,4 5 0,0 1 0,0 0 0,1-2 0,3-1 0,4-2 0,3 1 0,3-1 0,-3-2 0,1-1 0,5-3 0,1-2 0,6-4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6.93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0 129 9602,'10'19'0,"-4"-2"0,0-2 0,1-2 0,7-4 0,3-3 0,3-3 0,5-6 0,-3-3 0,-1-2 0,2-1 0,-4-1 0,3 0 0,-4-1 0,-2-2 0,0-4 0,-4-1 0,0-4 0,-7-2 0,-5 6 0,-5 4 0,-8 5 0,-2 3 0,1-1 0,-2 4 0,0 1 0,-4 2 0,1 3 0,2 3 0,3 2 0,2 6 0,2 1 0,1 2 0,0 2 0,4 0 0,2 3 0,2 3 0,1 1 0,0 5 0,1 0 0,2-1 0,3-2 0,3-1 0,4-2 0,1-5 0,0-3 0,4-5 0,-2-6 0,4-5 0,1-6 0,4-2 0,-4-9 0,5-3 0,-2-5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7.17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 9602,'5'13'0,"3"-5"0,-4 3 0,1 1 0,-2 2 0,2-1 0,0 2 0,0 1 0,-2 2 0,3 0 0,-2 2 0,-2 1 0,-1 0 0,-1 2 0,0 0 0,0-3 0,-1-3 0,-2-2 0,1-6 0,-5-3 0,5-13 0,0-12 0,3-3 0,2 0 0,8-1 0,-2 2 0,1-3 0,0 0 0,3 1 0,0 2 0,0 1 0,1 2 0,2 1 0,0 5 0,1-1 0,1 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7:27.70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9602,'0'24'0,"0"-2"0,0-3 0,1 1 0,1 0 0,1-3 0,-1 1 0,2-1 0,0 3 0,0 0 0,1 2 0,-1-2 0,-2-3 0,1-2 0,0 0 0,1-6 0,2-8 0,2-9 0,1-7 0,-2 0 0,-1-4 0,1-2 0,1-2 0,2-2 0,-1 4 0,0 1 0,0 5 0,0 0 0,1-2 0,-1 1 0,0 0 0,0 9 0,0 10 0,-3 9 0,1 5 0,-3 3 0,0 3 0,0 1 0,2-1 0,-3 2 0,1-4 0,0-1 0,-2 0 0,4-1 0,0 1 0,6-20 0,1-4 0,-2-8 0,-1-9 0,-1 5 0,1-1 0,-1-3 0,0 7 0,0-2 0,2 1 0,0-1 0,1 2 0,4 6 0,-3 2 0,1 1 0,-2 2 0,1 4 0,-1 3 0,1 3 0,-1-1 0,-2 7 0,1-2 0,2 0 0,-1 6 0,-3 0 0,-1 1 0,-1 2 0,-3-1 0,-4-2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8:00.42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9 1 8632,'-1'15'0,"-2"1"0,2-1 0,-2 4 0,3-5 0,3-2 0,3 0 0,2 0 0,5-1 0,0 4 0,0 2 0,1 0 0,2-1 0,0-1 0,1 1 0,1-2 0,1-1 0,-2-4 0,0 0 0,-2-3 0,0-3 0,1-6 0,-1-3 0,2-3 0,-3-1 0,1-2 0,1-2 0,-2-1 0,5-2 0,-3 2 0,3 1 0,-2 2 0,-1-2 0,3 3 0,-1 2 0,1 2 0,-4 5 0,1-1 0,0 1 0,5 2 0,0 2 0,0 1 0,-2 3 0,0 2 0,-1 2 0,1 1 0,-1 2 0,4-1 0,0-4 0,2 0 0,1-2 0,3-1 0,2 1 0,2-2 0,0 0 0,3-3 0,4 2 0,2-3 0,1-3 0,-2-2 0,2-4 0,-1 0 0,-2-1 0,-1 1 0,-2 0 0,-2 0 0,-3-1 0,-2 5 0,-3 2 0,-1 2 0,-3 1 0,-3 4 0,0 2 0,-1 4 0,0 2 0,-2-1 0,-2 4 0,1-1 0,-1 0 0,-4-1 0,0 1 0,-2 0 0,-1 1 0,-2-4 0,0 2 0,-1 1 0,-1-4 0,-3 3 0,0-3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8:20.97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18 0 8675,'-9'14'0,"4"0"0,2 0 0,6-1 0,2 1 0,3 1 0,-2 3 0,2 0 0,-4 2 0,0 1 0,0 4 0,2 3 0,-2 1 0,0 3 0,0 1 0,4 0 0,-3 1 0,0-5 0,-2-3 0,2-4 0,0-6 0,0-1 0,4-8 0,-3-4 0,1-7 0,-1-9 0,-2-2 0,0-3 0,-3-1 0,3-4 0,-1-4 0,1-6 0,2 1 0,-2 0 0,0 1 0,0 1 0,3-1 0,-2 3 0,1 1 0,1 3 0,-4 2 0,3 6 0,1 1 0,1 3 0,1 4 0,1 8 0,-1 5 0,-3 4 0,0 3 0,0 1 0,0 1 0,1 6 0,-3 4 0,0 3 0,0 1 0,2 3 0,-2-1 0,0 1 0,0 1 0,3-3 0,-3 1 0,0-2 0,0-3 0,0-3 0,-1-3 0,3-1 0,-2-7 0,5-9 0,-4-14 0,0-5 0,-1-8 0,-3 0 0,1-4 0,1-2 0,0-4 0,-2 2 0,1 0 0,1-1 0,3 1 0,-1-2 0,0 3 0,2 3 0,0 4 0,0 7 0,-1 3 0,2 4 0,4 8 0,-2 4 0,4 12 0,-5 1 0</inkml:trace>
  <inkml:trace contextRef="#ctx0" brushRef="#br0" timeOffset="286">665 305 8612,'-7'9'0,"1"1"0,-1 3 0,-1-3 0,3 4 0,2-1 0,3-3 0,3 3 0,3 1 0,-1-4 0,1 2 0,1-2 0,-1 0 0,0-1 0,-4-4 0,2-5 0,-8-9 0,-1-6 0</inkml:trace>
  <inkml:trace contextRef="#ctx0" brushRef="#br0" timeOffset="417">628 74 8612,'-5'5'0,"2"3"0,6-1 0,2-3 0,4 0 0</inkml:trace>
  <inkml:trace contextRef="#ctx0" brushRef="#br0" timeOffset="1217">877 397 8604,'4'10'0,"1"3"0,4-7 0,6-3 0,3-3 0,1-4 0,2-5 0,-1-1 0,-6-2 0,-2 0 0,-1 1 0,-6-4 0,-2 0 0,-2-3 0,-2 0 0,-2 0 0,-3 3 0,-2 2 0,-4 5 0,-3 1 0,3 3 0,-6 5 0,4 2 0,1 4 0,4 4 0,0 2 0,0 1 0,3 3 0,0 3 0,2 3 0,2 1 0,1-3 0,1 4 0,0-1 0,0 0 0,1-1 0,2-5 0,4-1 0,1-1 0,1-3 0,0-4 0,1 0 0,3-3 0,-2-1 0,5-4 0,4-1 0,-3-2 0,3-8 0,-5-2 0,-1 0 0,-1-3 0,-2 2 0,2 2 0,-1-3 0,-3-1 0</inkml:trace>
  <inkml:trace contextRef="#ctx0" brushRef="#br0" timeOffset="1884">1200 296 8604,'-4'27'0,"2"-3"0,-4-4 0,-1-3 0,3-8 0,1 0 0,6 1 0,3 4 0,-1-1 0,0 1 0,0-2 0,0 0 0,-2 1 0,2-3 0,0 2 0,-2-6 0,1 2 0,-3-19 0,2-5 0,-2-6 0,-1 2 0,1-2 0,1 3 0,1 0 0,3 0 0,-2-1 0,0 1 0,1 1 0,2 3 0,-2-2 0,1 2 0,0-1 0,-3 5 0,3 2 0,2 1 0,-3 5 0,1 4 0,1 7 0,-2 5 0,1 6 0,1-1 0,2 1 0,-3 2 0,1 1 0,2-2 0,3 0 0,1-2 0,-2 0 0,2-3 0,2-2 0,0-3 0,5-2 0,1-2 0,-1-2 0,0-6 0,-2-3 0,-3-4 0,-4-3 0,2-1 0,-3-2 0,-2-6 0,-2 0 0,-3-1 0,-2 0 0,-1 2 0,0-1 0,0 1 0,-3-1 0,-1-1 0,-1 3 0,-2 2 0,-1 4 0,-1 4 0,-1-1 0,3 5 0,-2 2 0,5 6 0,-4 4 0,1 4 0,2 1 0,3 4 0,-2 1 0,1 2 0,0 3 0,0 4 0,3-3 0,0 2 0,0-1 0,0 1 0,1 2 0,1-3 0,1-2 0,4-3 0,-1 0 0,3-2 0,0-1 0,2-4 0,4-6 0,2-3 0,5-6 0,-2-3 0,-3-6 0,-5-3 0,0 0 0,-1-1 0,1 2 0,-1-2 0,1 1 0,-1 2 0,-3-2 0,-2 2 0,4 1 0,4 3 0</inkml:trace>
  <inkml:trace contextRef="#ctx0" brushRef="#br0" timeOffset="2250">1920 213 8604,'0'18'0,"0"0"0,0 1 0,1-5 0,1 0 0,3-2 0,0 0 0,-2 1 0,3-3 0,0 2 0,-1 4 0,2 1 0,-4 1 0,1 1 0,0-1 0,-3-2 0,2-1 0,-2 2 0,-1-8 0,0 0 0,0-12 0,1-8 0,2-13 0,3 0 0,2 2 0,1 3 0,2 1 0,1 0 0,-2-1 0,4 1 0,-2-1 0,0 1 0,4-1 0,-3 2 0,0 0 0,1 2 0,-2 4 0,-2-1 0,2 4 0,0 2 0,1 4 0,-1-1 0,-4 3 0,1 3 0,-6 2 0,-3 8 0,-5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8:24.90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40 8816,'0'12'0,"0"0"0,0 2 0,0 7-1,0 4 1,0 0 0,0 2 0,1 5-1,2 3 1,-1 10 0,3 5-1,0 6 0,-3 2 1,-1 1 0,-1-3 0,0 2 0,0 0 0,-1-2 0,-1-6 0,-3-8 0,0-6 0,3-9 0,-1-5 0,2-14 0,1-11 0,0-13 0,3-10 0,1-5 0,0-3 0,1-2 0,-2-1 0,-3-3 0,0-4 0,0 3 0,0 0 0</inkml:trace>
  <inkml:trace contextRef="#ctx0" brushRef="#br0" timeOffset="248">19 123 8811,'5'-19'-12,"-2"1"-11,-2 0 6,-1 7 14,0-1 0,8 11 0,5-2 2,7 2 1,-1 4-1,2 1 1,-4 1 0,-1 2 0,-5 3 0,1 1 0,-1 2 0,-2 2 0,-4 0 0,-2 3 0,-3 1 0,-3-1 0,-2 4 0,-4-1 0,-2 0 0,-1-2 0,-1 0 0,-4-2 0,2 0 0,-2-2 0,4-4 0,1 2 0,0-9 0,6-7 0,7-9 0,6-4 0,6-2 0,1-1 0</inkml:trace>
  <inkml:trace contextRef="#ctx0" brushRef="#br0" timeOffset="752">323 86 8748,'-4'17'0,"-2"0"0,-2-2 0,3-2 0,2 2 0,3 0 0,3 4 0,2 2 0,4 1 0,-4-4 0,-2-2 0,-2-9 0,-1-1 0,0-12 0,1-7 0,2-8 0,4 3 0,1 1 0,4 2 0,1-3 0,2 2 0,1 1 0,1 0 0,-1-1 0,-1 1 0,2 2 0,-3 0 0,1 1 0,-2 0 0,2 3 0,-2 3 0,-5 13 0,-5 4 0,-2 8 0,-4 3 0,0 0 0,1 1 0,1 1 0,-2 3 0,-1-3 0,2 2 0,1-1 0,4 1 0,2-3 0,0-2 0,2-2 0,2-7 0,2 0 0,3-2 0,0-4 0,-2-2 0,4-5 0,0-2 0,-2-5 0,-2-6 0,-2 0 0,-1-3 0,-2 0 0,-2-2 0,-1-3 0,-2-3 0,-1 0 0,-1-1 0,0 1 0,0 0 0,-1-1 0,-2 2 0,-2 2 0,-1 3 0,-2 1 0,2 2 0,-2 0 0,-4 8 0,-1 1 0,2 5 0,5 6 0,3 10 0,2 5 0,9 5 0,2 0 0</inkml:trace>
  <inkml:trace contextRef="#ctx0" brushRef="#br0" timeOffset="998">970 104 8748,'5'6'0,"3"-2"0,-8-8 0,0-3 0,-5 3 0,-7 1 0,1 7 0,-1 5 0,2 3 0,0 2 0,1 3 0,0 3 0,1 3 0,2 0 0,2 2 0,4 3 0,0-2 0,0-1 0,8-7 0,3-5 0,4-4 0,4-3 0,-3 1 0,6-5 0,-3-3 0,0-4 0,-1-7 0,1-2 0</inkml:trace>
  <inkml:trace contextRef="#ctx0" brushRef="#br0" timeOffset="1334">1099 169 8748,'6'11'0,"1"-2"0,3-4 0,1-2 0,5-3 0,4 0 0,3 0 0,4-3 0,1-1 0,-1-1 0,1 1 0,0-2 0,-2 3 0,-1 0 0,-3-1 0,-7 2 0,-3-4 0,-1-1 0,-4 0 0,-4-1 0,-6-2 0,-4-2 0,-4 0 0,-1 0 0,-3 1 0,-3 2 0,0 1 0,-1 2 0,1-1 0,-1 3 0,1 1 0,-1 2 0,-1 6 0,1 3 0,5 4 0,3 3 0,2 1 0,3 6 0,3 2 0,2 3 0,2 1 0,2-1 0,3 1 0,3 0 0,3 2 0,1-2 0,2-3 0,1-5 0,3 0 0,1-9 0,2-1 0,-2-3 0,0-6 0,-2-1 0,1-5 0,-1-4 0,-3-4 0,1-2 0,-5-3 0,2 0 0</inkml:trace>
  <inkml:trace contextRef="#ctx0" brushRef="#br0" timeOffset="1685">1727 12 8664,'-14'14'0,"4"0"0,-3-5 0,-1 0 0,0-1 0,-3 0 0,0-3 0,2-1 0,3 3 0,-4-1 0,6 7 0,1 2 0,5-2 0,8 0 0,5-3 0,3-1 0,5 0 0,-2 1 0,1-1 0,-1-3 0,-1 0 0,1 1 0,-1 1 0,-2 2 0,4-1 0,0 0 0,-3 0 0,0 1 0,-3-1 0,-5 5 0,-3 3 0,-4 0 0,-4 4 0,-5-7 0,-3 1 0,0 1 0,-1-4 0,-4 2 0,1 0 0,-1-3 0,1-5 0,-1-3 0,6-7 0,4-5 0,12-4 0,7-6 0</inkml:trace>
  <inkml:trace contextRef="#ctx0" brushRef="#br0" timeOffset="2034">2142 104 8664,'-9'-11'0,"0"2"0,-6 3 0,-2 0 0,-4 3 0,3 2 0,4 2 0,-1 2 0,1 3 0,0 6 0,-2 3 0,4 3 0,2 0 0,1 4 0,3-1 0,3 0 0,2-2 0,2 0 0,3-2 0,5-1 0,6-4 0,2-2 0,3 0 0,0-1 0,2 0 0,-1 0 0,-2 1 0,-1 0 0,1 2 0,-4-1 0,0 4 0,-2-2 0,-2 3 0,-5 0 0,-3 1 0,-7-5 0,-6-3 0,-7-1 0,-3-4 0,-4-1 0,2-2 0,1-1 0,-2-4 0,-1 7 0,-3-2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0.07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334 492 9186,'-14'4'0,"3"2"0,0-2 0,-1-1 0,-2-3 0,-4 0 0,-1 0 0,-2 0 0,0-2 0,1 0-68,0 3 1,-2 2 0,4 7 0,-1 2 44,3 3 1,1 5-1,-1 4 1,3 5 22,0 3 0,2 2 0,6 1 0,2 0 0,2 0 0,1-1 0,1-1 0,2-6 0,2-6 0,4-4 0,4-9 0,4-2 0,1-3 0,2-7 0,-1-6 0,-2-7 0,4-5 0,-1-8 0,0-5 0,-2-5 0,-1-7 0,-1-4 0,-2-5 0,2-5 0,-3 0 0,-2-5 0,-2 2 0,-3 0 0,2 2 0,-3 7 0,-1 4 0,-1 8 0,-1 10 0,0 5 0,1 4 0,0 12 0,-2 9 0,1 18 0,1 7 0,3 4 0,-3 3 0,0 5 0,1 6 0,-3-1 0,4 7 0,0 1 0,0 1 0,-3 5 0,2 6 0,-1 0 0,0 0 0,1 1 0,-2-2 0,1 0 0,-1 1 0,1-12 0,1-5 0,0-10 0,0-9 0,5-5 0,3-7 0,-6-10 0,6-10 0,-3-4 0,-1-2 0,1-2 0</inkml:trace>
  <inkml:trace contextRef="#ctx0" brushRef="#br0" timeOffset="541">676 220 8827,'-4'19'0,"-1"-1"0,1-1 0,1 2 0,2 1 0,1 2 0,0-2 0,1 4 0,2 1 0,1 9 0,2 4 0,0 4 0,1 2 0,0 1 0,0 1 0,-2 2 0,-1 0 0,1-3 0,-1-1 0,0-7 0,0-7 0,3-7 0,-1-9 0,4-15 0,-1-5 0,-1-10 0,0-4 0,-3-8 0,1 1 0,-1-4 0,0-5 0,3-3 0,-3-5 0,1 1 0,0 2 0,0-2 0,1 3 0,0-1 0,-1 0 0,-1 4 0,2 0 0,-1 4 0,0 4 0,-1 6 0,1 6 0,1 4 0,1 8 0,1 6 0,-1 8 0,1 7 0,0 7 0,0 6 0,-1 4 0,1 4 0,3 7 0,0 6 0,-2 1 0,0-2 0,-1 3 0,0-2 0,0 0 0,3 0 0,-2 0 0,2-7 0,-3-7 0,0-8 0,1-7 0,2-10 0,-1-12 0,2-12 0,-5-8 0,-3-4 0,-3-3 0,-2-7 0,0-1 0,0 1 0,0-1 0,0-2 0,-2-2 0,-1 0 0,-3 0 0,2 3 0,0-2 0,0-1 0,-2 3 0,3 1 0,1 5 0,1 5 0,1 4 0,0-1 0,4 11 0,1 0 0</inkml:trace>
  <inkml:trace contextRef="#ctx0" brushRef="#br0" timeOffset="834">1299 738 8771,'0'14'0,"0"1"0,5-5 0,4-2 0,4-3 0,5-6 0,2-2 0,0-2 0,5-4 0,-1-2 0,2-1 0,1 2 0,0 3 0,-6 2 0,0 0 0,-3 0 0,1 2 0,-7-3 0,-1 4 0,-10-5 0,-2 2 0</inkml:trace>
  <inkml:trace contextRef="#ctx0" brushRef="#br0" timeOffset="1019">1493 606 8771,'-14'8'0,"1"-1"0,5 7 0,3 2 0,2 0 0,-1 3 0,1 1 0,1 4 0,1 1 0,4 5 0,1 2 0,1 0 0,1 0 0,2-1 0,1 0 0,0-4 0,0-6 0,-1-2 0,1-3 0,0-1 0,6-6 0,3-6 0,1-2 0,-4-5 0,-1-2 0,-2-2 0,0-1 0,-3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2.82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8771,'0'22'0,"1"-4"0,2-7 0,3-1 0,6-5 0,5-2 0,2-2 0,2-4 0,-4-1 0,1-1 0,-1-2 0,0 2 0,-1 1 0,-2 0 0,1 1 0,-1 11 0,-2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3.00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35 1 8771,'-13'8'0,"2"2"0,4 2 0,3-4 0,4 3 0,4-6 0,3 3 0,4-3 0,5-2 0,5-3 0,-2 0 0,0 0 0,-1 0 0,1 1 0,-2 2 0,3 2 0,-6 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3.95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 8722,'0'17'0,"3"7"0,0 0 0,0 1 0,1 0 0,0 4 0,3 3 0,-1 3 0,0 0 0,-1 4 0,0 1 0,0 0 0,0-2 0,-3-2 0,1-1 0,-1-1 0,1-2 0,-1-2 0,3-3 0,-2-11 0,3-7 0,-1-12 0,2-13 0,-2-3 0,-1-4 0,3-7 0,-2-1 0,3-1 0,1 0 0,0 0 0,0-4 0,-1 2 0,1 2 0,1 1 0,1 3 0,0-2 0,0 2 0,2 2 0,-2 2 0,0 5 0,-1 3 0,-4 4 0,0 3 0,-1 6 0,4 6 0,-3 4 0,-1 10 0,-1 5 0,2-1 0,-2 3 0,0 1 0,3 3 0,1 0 0,1 5 0,0 0 0,-1 1 0,1 1 0,-1 0 0,-1 1 0,-1 2 0,-1-2 0,5 2 0,0-3 0,-1-2 0,1-4 0,-4-6 0,2-1 0,1-1 0,0-9 0,-1 0 0,1-9 0,0-4 0,0-7 0,0-6 0,-4-7 0,1-6 0,1-5 0,1-5 0,1-3 0,-1-4 0,1-1 0,0-1 0,0 0 0,0-3 0,-1 1 0,1 2 0,-1 5 0,-1 3 0,-2 2 0,-1 1 0,-2 12 0,-2 5 0,0 18 0,0 10 0,0 13 0,0 3 0,0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4.27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 0 8652,'-4'23'0,"5"-7"0,2-7 0,7-4 0,11-5 0,1 0 0,3 0 0,-1-1 0,-4-2 0,-1-1 0,-1-2 0,2 3 0,0-1 0,1 3 0,-4-2 0,5-2 0,0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4.48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80 1 8652,'-9'11'0,"0"1"0,0 0 0,1 0 0,-1 1 0,0 3 0,1-2 0,2 2 0,0 0 0,3 3 0,1 1 0,1 4 0,1-3 0,1 0 0,1-3 0,1 0 0,3 0 0,0 2 0,3-1 0,3-2 0,-3 0 0,4-6 0,0 1 0,1 1 0,4-8 0,1 1 0,2-4 0,-1-2 0,-2 0 0,0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4.73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8652,'4'14'0,"-2"-2"0,3-3 0,-1-1 0,5-2 0,5-2 0,8-4 0,4 0 0,-7-1 0,3-1 0,-6-1 0,0 1 0,1-2 0,4 1 0,-7 0 0,3 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4.90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27 1 8652,'-1'26'0,"-1"-1"0,-1-1 0,-3-3 0,2-2 0,1 0 0,-1 2 0,1 2 0,4-1 0,1-1 0,1 1 0,3-1 0,0-2 0,2-1 0,1-1 0,1-6 0,1 1 0,3-6 0,3-2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5.63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141 316 8652,'-14'-4'0,"5"3"0,-2-3 0,-1 4 0,2 0 0,-1 1 0,1 2 0,-1 2 0,2 5 0,0 2 0,1 2 0,2 4 0,0 2 0,0 4 0,1 1 0,1 1 0,4 0 0,0-2 0,0-1 0,4-6 0,4-1 0,6-6 0,0-3 0,7-8 0,-3-3 0,0-4 0,-1-6 0,1-7 0,0-2 0,-1-2 0,-2-6 0,-2-1 0,1-3 0,0-3 0,-4 1 0,2-3 0,-2 0 0,-1 0 0,-4 2 0,0-1 0,-1 2 0,-2 3 0,-1 9 0,-2 5 0,-2 14 0,-1 22 0,-1 12 0,2 2 0,2-1 0,1 3 0,0 1 0,0 1 0,0 2 0,0 1 0,1 1 0,2-1 0,-3 2 0,4-1 0,-1 0 0,0 1 0,4-5 0,-1-1 0,2-10 0,0-6 0,2-8 0,2-3 0,2-8 0,3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5.80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6 8652,'12'-5'0,"2"5"0,0 5 0,2 3 0,0-1 0,2-2 0,3-1 0,2-1 0,-1-3 0,-1-1 0,1-2 0,-2 2 0,-2-2 0,-1 2 0,1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6.01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44 1 8652,'-4'16'0,"-1"-1"0,-3 1 0,0-4 0,1 2 0,1 2 0,4 1 0,-1 3 0,2 1 0,1 2 0,0-3 0,0 3 0,0 2 0,0 0 0,3 2 0,1-2 0,1-3 0,2-4 0,1-5 0,1-4 0,0-1 0,3-2 0,-1-2 0,3-5 0,2-2 0,1-3 0,4-6 0,1-1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6.60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 8719,'2'10'0,"4"-4"0,2-5 0,10-1 0,1 0 0,6 0 0,-1 0 0,-3 1 0,-3 1 0,-1 2 0,1 1 0,-1-3 0,1 2 0,0 0 0,-1 1 0,1 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7.35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8698,'4'18'0,"-3"6"0,4 3 0,0 1 0,0 2 0,-3 4 0,1 5 0,-1 1 0,1 2 0,-2 1 0,2 1 0,-2-1 0,-1-2 0,0-7 0,1-8 0,2-4 0,3-14 0,9-8 0,-4-8 0,3-14 0,-3-3 0,-2-3 0,3-5 0,-1 3 0,1 0 0,1 0 0,-3-2 0,4 2 0,-1 3 0,-3 3 0,3-1 0,0 4 0,0 0 0,-1 3 0,0-1 0,-3 8 0,0 0 0,3 1 0,-1-2 0,3 1 0,1 3 0,2 6 0,-3 4 0,-1 3 0,-4 4 0,-1 3 0,-3 3 0,3 5 0,-3 4 0,1 1 0,0 1 0,-1 4 0,1 1 0,-1 2-1,-1 3 1,0 1 0,-2-2 0,1 0-1,-1 0 1,2-3-1,0-5 1,1-6 0,1-5 0,6-10 0,1-10 0,1-8 0,-2-3 0,-2-3 0,-1-3 0,-1-3 0,1-1 0,0-1 0,0-1 0,1 1 0,0 0 0,2-1 0,0 1 0,-4 0 0,1-1 0,0 1 0,0 1 0,0 1 0,-2 4 0,-1 1 0,2 5 0,-2 3 0,2 1 0,0 5 0,1 13 0,0 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7.61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8619,'4'14'0,"2"-3"0,3-4 0,3-1 0,1-4 0,5 1 0,-1-2 0,1-1 0,2-1 0,1-2 0,-2-2 0,0 0 0,-1-2 0,-1 4 0,1-2 0,3-1 0,-2 1 0,2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17.87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70 1 8619,'-3'15'0,"0"-2"0,-2 0 0,-1 1 0,-2-1 0,1 0 0,1 0 0,3 2 0,-1 0 0,-1 1 0,0 2 0,3-1 0,-1 1 0,2 0 0,1-1 0,-3 4 0,0-1 0,1 0 0,1-2 0,2-3 0,1-1 0,2 1 0,1-1 0,1-2 0,3-3 0,-1 0 0,1 0 0,4-2 0,1-1 0,3-3 0,-2-2 0,0-1 0,4 0 0,-6-4 0,2-2 0,-4-1 0,1-6 0,2-1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21.18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1 430 8637,'9'-18'0,"-1"0"0,1 1 0,1-1 0,2 0 0,2-3 0,0 3 0,1-3 0,0 4 0,2 2 0,-3 2 0,1 5 0,1-1 0,-4 5 0,0 4 0,-2 5 0,-1 5 0,-1 4 0,0 1 0,-1 4 0,-1-2 0,1-2 0,0-4 0,2 4 0,0 1 0,0 0 0,2 2 0,2-1 0,1 0 0,1-3 0,2 3 0,1-2 0,-1 0 0,1 0 0,-1-2 0,1-6 0,-1-1 0,1-3 0,-1-2 0,1-2 0,-1-2 0,0-5 0,-1-4 0,-3-1 0,0 0 0,-1-1 0,-4 1 0,1 0 0,0 1 0,0 0 0,0 3 0,-5 6 0,-1 6 0,-6 6 0,-1 9 0</inkml:trace>
  <inkml:trace contextRef="#ctx0" brushRef="#br0" timeOffset="1616">1133 649 8772,'-9'14'0,"4"-5"0,2-9 0,3-3 0,2-11 0,2-2 0,1 0 0,1-6 0,3 0 0,0-2 0,-1 1 0,1 2 0,0-3 0,0-2 0,-1-3 0,1 3 0,0 3 0,0-2 0,0 0 0,-1 0 0,1 0 0,0 3 0,0 0 0,-3 2 0,-1 2 0,2 2 0,1 1 0,1 2 0,0 2 0,-1-1 0,1 4 0,0 5 0,0 6 0,-1 3 0,1 4 0,0 4 0,0 3 0,0 4 0,-1-2 0,1 3 0,0 0 0,3 4 0,-1 5 0,1 2 0,1 0 0,-4 6 0,4-4 0,-1 1 0,-1 0 0,4 1 0,-2-2 0,-1-4 0,1-2 0,0-7 0,-2-1 0,0-4 0,0-2 0,0-6 0,0-7 0,2-6 0,2-8 0,-4-8 0,-1-4 0,-1-3 0,0-2 0,-1 0 0,1-4 0,-1 0 0,-1-3 0,-1-2 0,0-4 0,2 2 0,0 0-2,-2 2 1,-1 6 0,-3 1-3,1 1 1,0 4-4,-3 0 7,-4 11 0,3 11 0,-3 9 0</inkml:trace>
  <inkml:trace contextRef="#ctx0" brushRef="#br0" timeOffset="2133">2397 114 8690,'-14'4'0,"0"0"0,4 5 0,-2 0 0,0 0 0,3 1 0,-3 4 0,-3 4 0,-1 6 0,-2 2 0,1 7 0,-1 4 0,0 6 0,2 7 0,1 2 0,4 1 0,1-5 0,2 0 0,2-3 0,3-4 0,4-4 0,4-12 0,5-1 0,3-4 0,1-3 0,4-6 0,0-5 0,3-4 0,-3-2 0,8-4 0,-4-1 0</inkml:trace>
  <inkml:trace contextRef="#ctx0" brushRef="#br0" timeOffset="2483">2721 342 8710,'-14'0'0,"-1"0"0,0 0 0,4-1-2,-1-2 0,1 2 0,-6-1 0,2 4 0,3 6 0,3 8 1,0 8 1,1 4 0,2 0-1,3 2 1,-1 2 0,3 3 0,-1 2 0,4-2 0,4-2 0,2-6 0,4-1 0,3-7 0,1-3 0,3-9 0,0-1 0,3-6 0,0-2 0,-1-8 0,1-7 0,-1-4 0,-1-5 0,-2 1 0,-4-6 0,-2-1 0,-2-2 0,-6 3 0,-1-3 0,-2 2 0,-1 1 0,-5 3 0,-2-1 0,-5 6 0,-2 5 0,3 5 0,-4 4 0,4 4 0,-1 1 0</inkml:trace>
  <inkml:trace contextRef="#ctx0" brushRef="#br0" timeOffset="2749">3073 605 8639,'0'15'0,"0"-1"0,0 1 0,0 3 0,0 3 0,0-3 0,0 4 0,0 0 0,0 5 0,-4 0 0,-2 5 0,-3 1 0,-3 1 0,-2 2 0,-7-2 0,-1-3 0,-1-5 0,-2-4 0,2-8 0,-3-3 0,0-4 0,3-7 0,2-9 0,3-5 0</inkml:trace>
  <inkml:trace contextRef="#ctx0" brushRef="#br0" timeOffset="3563">3625 394 8741,'-12'5'0,"4"-1"0,-3-5-1,0-2 0,-1 2 0,-3-2 0,3 0 1,-4 1-1,2 3 0,0 2 1,2 6-1,1 1 1,1 2 0,2 4 0,-1 6 0,0 0 0,0 2 0,4 1 0,3-1 0,1-1 0,1-2 0,3 0 0,3-5 0,2-1 0,1-3 0,0-6 0,1-1 0,5-1 0,-4-5 0,4-6 0,-2-3 0,-1-5 0,3-6 0,0-3 0,2-4 0,0-4 0,1-6 0,-1-4 0,2-5 0,1-6 0,-2 1 0,0-3 0,-3 3 0,-2 3 0,1 7 0,-3 2-10,-3 6 1,-3 7 1,-6 15 3,-2 12 0,2 11 1,-2 10-1,2-1 1,1 2 0,0 0 1,0 5-1,0 3 2,0 2 1,0 2-1,0 1 1,-1 1 0,-2 2 1,2 3 0,-3 5 0,1 1 0,0-1 0,0-3 0,3-2 0,0-4 0,0-3 0,0-8 0,0-6 0,8-9 0,2-11 0,7-10 0</inkml:trace>
  <inkml:trace contextRef="#ctx0" brushRef="#br0" timeOffset="3763">3915 430 8674,'19'4'0,"-1"-2"0,0-4 0,2-2 0,-3-4 0,3 1 0,3 1 0,-3 0 0,3-2 0,-2 2 0,-2 0 0,-4 4 0,6-6 0,-3 3 0</inkml:trace>
  <inkml:trace contextRef="#ctx0" brushRef="#br0" timeOffset="3980">4091 289 8674,'-10'12'0,"-1"0"0,-1 2 0,0-2 0,1 3 0,-1 4 0,2-4 0,4 2 0,3 0 0,2-1 0,1 2 0,2-1 0,3 1 0,3 0 0,4-4 0,0 0 0,2-1 0,3 1 0,2-3 0,0 1 0,2-4 0,-2-2 0,2 1 0,1-4 0,-1-1 0,1-1 0,-2-1 0,-2 0 0,-1 0 0</inkml:trace>
  <inkml:trace contextRef="#ctx0" brushRef="#br0" timeOffset="4382">4643 52 8815,'6'19'0,"0"1"0,0-2 0,3-1 0,0-3 0,-1-1 0,1-1 0,0 5 0,0-1 0,-1 3 0,1 4 0,0 1 0,0 1 0,0 1 0,-5 2 0,-2 1 0,-4 3 0,-3 2 0,-7 1 0,-4 1 0,-3 2 0,-5 0 0,-2 0 0,-3-4 0,-2-2 0,-1-3 0,-1-5 0,4-4 0,0-1 0,2-2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29.70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1 229 8815,'0'18'0,"0"-4"0,0 1 0,2-5 0,4-2 0,5-4 0,5-3 0,2-2 0,4-2 0,4-2 0,1-2 0,3 0 0,-1 1 0,0-1 0,1 3 0,-5 1 0,-2 2 0,-2 1 0,-4 2 0,-2 4 0,-2 8 0,-5 8 0</inkml:trace>
  <inkml:trace contextRef="#ctx0" brushRef="#br0" timeOffset="216">80 431 8815,'-9'12'0,"0"-1"0,0 0 0,5-1 0,-1-5 0,8-3 0,6-4 0,9 0 0,3-4 0,2-1 0,1-1 0,3 2 0,2 2 0,2 0 0,0 2 0,3 1 0,-2 1 0,3 0 0,0 0 0,0 0 0,-4 0 0,-1 0 0</inkml:trace>
  <inkml:trace contextRef="#ctx0" brushRef="#br0" timeOffset="585">317 1 8815,'6'24'0,"-2"-3"0,0-4 0,4-3 0,1-1 0,5-3 0,2-2 0,7-4 0,2 1 0,4-1 0,2-2 0,-1-1 0,2-1 0,0 0 0,-1 0 0,0 1 0,-3 2 0,-1 3 0,-2 1 0,-3 2 0,0 1 0,0 2 0,-3 2 0,-4 3 0,-3 0 0,-3 1 0,0-1 0,-4 6 0,-2 3 0,-2 4 0,-1 2 0,-8 2 0,-4-2 0,-4 1 0,-5-1 0,-2-1 0,-5-5 0,-3 0 0,0 1 0,-1-1 0,-2-1 0,2-1 0,2-4 0,4-1 0,3-3 0,3-1 0,5-3 0,6-3 0,10-8 0,8-4 0,3-4 0,6-1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31.13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561 0 8815,'-8'15'0,"-1"-2"0,0 1 0,0 0 0,-3-1 0,-2 3 0,-1-1 0,1 0 0,-1-1 0,-3 0 0,1 2 0,-1 1 0,0 0 0,-2 1 0,-1 0 0,-2 3 0,-1-2 0,-4 5 0,-1-1 0,0-1 0,-1 4 0,1-4 0,0 2-25,2-1 0,3-3 1,2 0-1,6-1 25,2-2 0,5-2 0,4-1 0,2 2 0,1-2 0,5-1 0,2 0 0,6 0 0,2-3 0,0 3 0,3 1 0,2 0 0,2 4 0,3-1 0,3 1 0,0 2 0,0 2 0,2 0 0,1 3 0,-2-1 0,3 0 0,-3 0 0,-1 0 0,1-1 0,-2-1 0,-2 0 0,-2-3 0,-3-1 0,0-4 0,-2-2 0,-1-2 0,-2-2 0,-4 1 0,-1 4 0,-3 1 0,-1 3 0</inkml:trace>
  <inkml:trace contextRef="#ctx0" brushRef="#br0" timeOffset="1615">886 535 8686,'-18'0'0,"4"0"0,-1 0 0,1 0 0,-4 0 0,0 0 0,5 1 0,0 2 0,0 3 0,7 3 0,-3 3 0,1 3 0,0 5 0,2 0 0,2 6 0,-1 1 0,0 0 0,3 4 0,-1 2 0,2 0 0,1-1 0,0-6 0,1-5 0,2-4 0,3-2 0,2-3 0,5-8 0,5-7 0,-4-4 0,4-11 0,-2-4 0,1-6 0,1 0 0,-2-5 0,0-2 0,-2-2 0,0-5 0,1 1 0,-4-3 0,-1-3 0,-2 0 0,-1-4 0,-2 3 0,-1 3 0,-1 4 0,-1 9 0,1 4 0,-1 3 0,-1 4 0,-1 3 0,0 12 0,0 9 0,3 5 0,0 14 0,0-1 0,1 3 0,-2 5 0,3 3 0,0 3 0,-1 3 0,-1 6 0,2 6 0,-1 1 0,-2 2 0,2 0 0,0-1 0,0 1 0,0 0 0,2-2 0,-3-3 0,1-6 0,0-6 0,3-11 0,-1-5 0,2-14 0,1-12 0,-5-6 0,0-5 0</inkml:trace>
  <inkml:trace contextRef="#ctx0" brushRef="#br0" timeOffset="2182">1290 281 8686,'5'17'0,"1"-3"0,-3 7 0,-1-3 0,2-2 0,0 0 0,0 4 0,0 1 0,3 8 0,-1 6 0,1 5 0,2 3 0,-1 0 0,-1 1 0,-2 0 0,-1 0 0,1-1 0,-2-3 0,0-5 0,1-5 0,-2-6 0,4-4 0,0-13 0,2-8 0,-1-9 0,2-7 0,-2-6 0,5-6 0,-3-4 0,0-4 0,0 1 0,0-3 0,0 1 0,-1 0 0,1 0 0,0 3 0,0-1 0,-1 1 0,1-3 0,-1 1 0,-1 4 0,-1 6 0,-4 4 0,2 6 0,-1-1 0,-1 9 0,4 7 0,-3 5 0,3 9 0,1 3 0,1 1 0,0 4 0,2 3 0,1 8 0,1 5 0,-1 1 0,-1 4 0,1 1 0,0 0 0,2 2 0,-2-1 0,1-2 0,-2-3 0,1-3 0,0-3 0,0-3 0,0-5 0,-1-6 0,-1-11 0,-1-10 0,-3-9 0,-2-7 0,1-7 0,-1-6 0,0-2 0,1-1 0,-3-3 0,3-1 0,-1 0 0,0 0 0,3-3 0,-3 1 0,1-1 0,0 1 0,-1 6 0,-3 5 0,0 3 0,0 9 0,0 10 0,1 14 0,2 6 0,-2 5 0,3 0 0</inkml:trace>
  <inkml:trace contextRef="#ctx0" brushRef="#br0" timeOffset="2435">1983 737 8686,'14'-4'0,"0"3"0,1-2 0,-3 2 0,5-1 0,0-1 0,-1 1 0,6-2 0,0 0 0,2 0 0,-1 0 0,-3 1 0,0 3 0,-1 0 0,-2 0 0,-3 0 0,-2 0 0,-3 0 0</inkml:trace>
  <inkml:trace contextRef="#ctx0" brushRef="#br0" timeOffset="2615">2141 623 8686,'-4'17'0,"-2"-3"0,1 2 0,-1-4 0,0-1 0,-2 2 0,3 2 0,2 4 0,2 2 0,1-1 0,1-1 0,2 1 0,3 4 0,3-3 0,1 0 0,3 0 0,1-1 0,-1 4 0,3-5 0,-2-1 0,-2-2 0,5-9 0,0 2 0,1-6 0,3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35.28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8686,'6'6'0,"0"0"0,2-3 0,5 2 0,1-1 0,-1 0 0,3-3 0,-1 2 0,0-1 0,2 2 0,0 0 0,1 0 0,-1 0 0,2 3 0,0-1 0,-2 1 0,-4 2 0,-8 1 0,-1 2 0,-2 1 0,-3 5 0,-2-2 0,-6-1 0,-1 2 0,-5-4 0,0 2 0,-2 0 0,4-5 0,1 2 0,2-2 0,-3-1 0,10 1 0,3-1 0,11-1 0,12-6 0,-1 1 0,1 0 0,-4-3 0,2 1 0,-2 2 0,-3-3 0,-2 3 0,1-1 0,-1 1 0,-2-1 0,-3 4 0,0-4 0,-4 6 0,-5-3 0,-5 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42.01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22 1 9325,'-9'0'0,"-3"0"0,13 2 0,2 1 0,3 3 0,9-2 0,4 1 0,-2 0 0,5 2 0,-2-1 0,1 0 0,3 1 0,0 0 0,1-1 0,1 1 0,3-2 0,1 0 0,-2 1 0,-1-1 0,-1 2 0,-2-3 0,-2 1 0,0 2 0,-5-3 0,-6 3 0,-1 3 0,-5 3 0,-2 4 0,-3 2 0,-3 1 0,-3 6 0,-6 4 0,-2 0 0,-3 0 0,-1-1 0,-2-5 0,-1-1 0,-2 2 0,0 0 0,-4 0 0,1-1 0,0-4 0,0-4 0,1-1 0,1 0 0,-1 2 0,-1 0 0,6 1 0,0-1 0,2 1 0,4 2 0,2 2 0,3-1 0,4 1 0,1-2 0,4-2 0,1-2 0,2-1 0,-1-3 0,6-5 0,2-2 0,5-3 0,-2 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48.88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35 763 8800,'-9'9'0,"0"-1"0,4-2 0,-1 0 0,4-4 0,-1-2 0,6-6 0,-1 0 0,4-2 0,-4 3 0,0-7 0,-1 3 0,-1-5 0,0 2 0,0-3 0,0 4 0,1-3 0,2 1 0,2-3 0,5-1 0,2-2 0,-3-1 0,3 5 0,-2 0 0,-1-1 0,2 0 0,1-1 0,-1 2-1,-2 0 1,3 4-1,1-1 1,0 3-5,-1 0 0,5 4 1,-2 3-1,2 4 1,2 3 0,-5 5 0,1 0 0,-1 2 0,-2 4 1,2-3-1,-1 2 1,1 0 1,-3-4-1,1 4 1,0 1 0,0 0 1,2 4 0,-2-2 0,-1-1 0,-1-1 1,1 1-1,1 1 1,0 2 0,0 0 0,-2 1 0,2-5 0,-2-1-1,-2-3 1,4-2 0,1-3 0,0-1 0,-2-3 0,1-6 0,-2-3 0,-2-1 0,1-3 0,0-2 0,0-2 0,-1 1 0,1-1 0,0 3 0,0 0 0,0 0 0,-1 0 0,1 0 0,0-3 0,-4 4 0,3 2 0,-4 8 0</inkml:trace>
  <inkml:trace contextRef="#ctx0" brushRef="#br0" timeOffset="2017">1360 587 8653,'-17'0'0,"-1"0"0,3-3 0,1 1 0,3-5 0,-1 1 0,0-2 0,0-1 0,-4 1 0,2 3 0,0 1 0,-1 4 0,2 4 0,-2 1 0,3 4 0,3 3 0,0 3 0,0 4 0,0 2 0,2 3 0,0-2 0,2 2 0,1-1 0,1 1 0,3 1 0,0-1 0,0 0 0,1-6 0,2 1 0,3-5 0,2-1 0,4-1 0,2-3 0,1-2 0,-1-1 0,1-2 0,3-4 0,2-1 0,0-2 0,1-3 0,-4-5 0,1-5 0,-1-3 0,-2-8 0,0-6 0,-1-4 0,0-4 0,-1-6 0,-5-3 0,2-6 0,2-6 0,-2 4 0,1-2 0,-1 2 0,-1 3 0,3 6 0,-1 3 0,-1 5 0,-3 6 0,0 5 0,-4 6 0,-1 4 0,2 1 0,-3 11 0,2 8 0,-2 8 0,-1 10 0,-1 1 0,-2 5 0,2 0 0,-1 9 0,1 2 0,1 2 0,-1 7 0,-1 1 0,-1 4 0,1-1 0,0 1 0,0 2 0,-1 4 0,1 3 0,1-2 0,1-4 0,0-5 0,0-5 0,1-4 0,3-7 0,5-4 0,6-10 0,6-8 0,-2-5 0,-4-7 0,1-2 0,-2-4 0</inkml:trace>
  <inkml:trace contextRef="#ctx0" brushRef="#br0" timeOffset="2233">1790 570 8653,'9'10'0,"0"1"0,-1-1 0,2 2 0,2-3 0,5-4 0,6-2 0,0-2 0,1-1 0,0 0 0,4-1 0,2-2 0,-2-3 0,-1-1 0,0-2 0,-2 0 0,-2 0 0,-2 1 0,-6-1 0,0 0 0,-4-4 0,1 0 0</inkml:trace>
  <inkml:trace contextRef="#ctx0" brushRef="#br0" timeOffset="2551">2071 386 8653,'-9'9'0,"-1"2"0,-1 1 0,1 5 0,-2-1 0,4-1 0,2 2 0,2 1 0,4 2 0,0 3 0,0 3 0,0 2 0,0 4 0,0 5 0,0 2 0,3 1 0,1-3 0,0 2 0,-1 1 0,4-7 0,-1 0 0,3-5 0,3-2 0,-2-6 0,5-4 0,1-3 0,0-5 0,2-3 0,-1-5 0,2-1 0,1-2 0,-4 1 0,0-4 0,-2-1 0,-1 0 0,-2 2 0,-5 1 0,2 4 0,-16-4 0,2 3 0,-6-3 0,3 4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49:57.86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273 296 8653,'-9'9'0,"0"-3"0,1-1 0,-5-3 0,-1 0 0,1-4 0,0 0 0,4-3 0,0-2 0,-4 3 0,-5 1 0,1 4 0,-3 4 0,4 5 0,1 2 0,1 7 0,0 4 0,2 2 0,2 2 0,2 2 0,2 1 0,1 1 0,1-1 0,1-4 0,4-3 0,2-3 0,3-3 0,3-1 0,6-4 0,4-5 0,5-7 0,-4-5 0,0-7 0,-7-3 0,-1-1 0,1-2 0,0-3 0,-3-3 0,2-2 0,-1-3 0,-1-3 0,-2-6 0,1-3 0,0-2 0,0-1 0,-1 0 0,1 0 0,0 0 0,0 2 0,-1 5 0,-2 7 0,0 5 0,-4 9 0,2 2 0,-4 14 0,0 9 0,0 12 0,0-2 0,1 1 0,1 0 0,2 4 0,1 1 0,-2 1 0,2 1 0,-1 0 0,1 2 0,-2 2 0,2 5 0,-1 3 0,-2 1 0,0 0 0,0 1 0,1-1 0,-1-3 0,-1 0 0,-1-10 0,0-3 0,0-1 0,1-7 0,2-4 0,2-10 0,3-5 0,1-5 0,0-4 0,0-1 0,-1-5 0</inkml:trace>
  <inkml:trace contextRef="#ctx0" brushRef="#br0" timeOffset="617">694 94 8653,'3'20'0,"0"-3"0,1-5 0,-1 0 0,-1 0 0,4 0 0,1-1 0,-3-1 0,1 2 0,-1 3 0,2 2 0,-2 4 0,0 3 0,0 4 0,2 7 0,-3 4 0,-1 0 0,2 0 0,-3 2 0,3-3 0,-1-2 0,0-3 0,4-4 0,-1-6 0,2-2 0,2-10 0,3-6 0,2-6 0,-1-8 0,-5-6 0,0-2 0,0-4 0,2-2 0,1-6 0,-1-1 0,-2-1 0,0-4 0,-1-3 0,-1 1 0,-1 1 0,-1 2 0,0-1 0,-1 2 0,0 0 0,-3 5 0,2 7 0,-2 3 0,0 1 0,2 3 0,-1 7 0,4 10 0,-3 3 0,3 8 0,0 2 0,2 0 0,1 6 0,0 2 0,0 5 0,-1 3 0,1 3 0,0 3 0,0 2 0,-1 0 0,1 0 0,0-3 0,0 1 0,0-1 0,-1-3 0,1-4 0,0-3 0,0-8 0,-1-1 0,1-13 0,0-12 0,-1-9 0,-2-6 0,1-7 0,-2-2 0,1-2 0,0-3 0,-1-5 0,2 0 0,-2-1 0,-2 1 0,3-1 0,-3 3 0,-1 0 0,-1 0 0,-1 3 0,0 7 0,0 5 0,0 5 0,0 5 0,1 8 0,1 11 0,1 9 0,8 8 0,-2 1 0</inkml:trace>
  <inkml:trace contextRef="#ctx0" brushRef="#br0" timeOffset="869">1388 489 8653,'9'-5'0,"2"3"0,1 4 0,3-1 0,0 2 0,2-2 0,0-1 0,2 0 0,1 0 0,3 0 0,-1 0 0,-1-1 0,-3-1 0,0-1 0,-1 1 0,0 2 0,-3 3 0,3 6 0,-3 5 0</inkml:trace>
  <inkml:trace contextRef="#ctx0" brushRef="#br0" timeOffset="1201">1598 340 8653,'-4'18'0,"-1"3"0,-3-7 0,-1-4 0,0-1 0,4 2 0,2 3 0,2 6 0,1 0 0,0 0 0,0-2 0,3 0 0,1-1 0,0 2 0,0 1 0,2-1 0,-2 1 0,0-1 0,-1-1 0,4-1 0,-1 1 0,2-2 0,1-1 0,0-3 0,3-7 0,3-2 0,-2-2 0,2-2 0,1-2 0,-4-1 0,0-5 0,-2 0 0,-1 0 0,-1 0 0,-3 5 0,-3-3 0,-8 4 0,1 4 0,-8 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0:01.78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0 632 8653,'0'10'0,"4"-7"0,2-12 0,2-4 0,1-5 0,0-1 0,2-3 0,1 0 0,3-1 0,0-1 0,2 2 0,0 0 0,1 2 0,-1 3 0,1 2 0,-1 4 0,2 1 0,1 1 0,3 5 0,1 4 0,-3 5 0,-1 3 0,-6 1 0,0 0 0,1-1 0,-1 4 0,1 1 0,1 0 0,2 3 0,0-2 0,2 0 0,-1 2 0,-1 0 0,-1 3 0,1 0 0,-1 2 0,1-2 0,-4-1 0,0-2 0,0-3 0,-1 0 0,-1-2 0,2-5 0,-2 0 0,7-4 0,-1 0 0,4-4 0,-3-4 0,2-5 0,-3-4 0,0-2 0,-3 3 0,-1-1 0,1 1 0,-2 0 0,1-2 0,-3 5 0,1 0 0,-5 5 0,-4 7 0,-6 8 0,1 3 0,-3 2 0,-1 7 0,-3-3 0</inkml:trace>
  <inkml:trace contextRef="#ctx0" brushRef="#br0" timeOffset="2650">1589 1 8653,'4'14'0,"-2"-2"0,4-3 0,4-1 0,7-2 0,3-3 0,5-2 0,1-1 0,6 0 0,5 0 0,4 0 0,6 0 0,3 0 0,2 0 0,2 0 0,0 0 0,-3 0 0,-3 0 0,-1 0 0,-3-1 0,-1-1 0,-2-1 0,-2-1 0,-5 2 0,-1-1 0,-1 1 0,0 0 0,0 0 0,-3-1 0,-2 1 0,-3 2 0,-2 3 0,0 3 0,-3 2 0,-4 1 0,-4-1 0,-6 1 0,-5 0 0,-7 0 0,-5 0 0,-2-1 0,-1 1 0,-2 0 0</inkml:trace>
  <inkml:trace contextRef="#ctx0" brushRef="#br0" timeOffset="3347">1492 89 8653,'-8'-5'0,"2"5"0,0 6 0,4 3 0,-1 5 0,2 4 0,1 5 0,1 1 0,1 5 0,1 3 0,0 7 0,-2 5 0,1 4 0,1 0 0,0 1 0,-3-3 0,0 2 0,0 0 0,3-2 0,0-1 0,-1-5 0,-2-5 0,3-6 0,0-2 0,-1-3 0,3-4 0,-5-6 0,0-11 0,-4-7 0,-5-11 0,1 0 0,-1 0 0,-1-3 0,-1-2 0,0-1 0,0-1 0,-2-1 0,2 0 0,0 2 0,1 3 0,1 0 0,1 1 0,-1 0 0,0 2 0,0 3 0,0 4 0,-3 2 0,-4 3 0,-2 7 0,2 4 0,2 3 0,0 7 0,1 1 0,0 2 0,1 4 0,0-1 0,3 1 0,1 0 0,-1-1 0,4 3 0,2-4 0,2-1 0,2 0 0,2-5 0,6-7 0,4-2 0</inkml:trace>
  <inkml:trace contextRef="#ctx0" brushRef="#br0" timeOffset="3963">1993 554 8653,'-15'0'0,"0"0"0,4 0 0,-4 0 0,1-3 0,-4 0 0,0 1 0,1 5 0,4 6 0,3 6 0,5 4 0,1 1 0,0 5 0,2-1 0,-1 3 0,1 3 0,2-1 0,3-4 0,3-1 0,2-4 0,1-5 0,4-4 0,5-5 0,0-4 0,4-8 0,0-5 0,-2-6 0,-3-3 0,-2-5 0,-4-3 0,2-4 0,-1-5 0,-2-1 0,0 1 0,-2-2 0,-1 0 0,-2-1 0,-1-2 0,-2 4 0,-2 3 0,0 4 0,0 4 0,0 8 0,0 1 0,-2 12 0,-1 6 0,0 11 0,3 10 0,0 2 0,0 1 0,1 3 0,2 2 0,1 2 0,1 0 0,2 3 0,-3-1 0,0 1 0,0 1 0,2 0 0,-2 0 0,0 0 0,-1 0 0,3-4 0,-2-2 0,1-5 0,1-3 0,3-3 0,3-4 0,2-2 0</inkml:trace>
  <inkml:trace contextRef="#ctx0" brushRef="#br0" timeOffset="4146">2282 598 8653,'15'11'0,"0"1"0,-1-4 0,4-5 0,-1-2 0,1-1 0,3-1 0,3-2 0,1-3 0,1-2 0,-2 1 0,-1 0 0,1 1 0,-2-1 0,-1 2 0,-3 0 0,-1 0 0,-3 1 0,-1 2 0,-4-2 0,-1 4 0</inkml:trace>
  <inkml:trace contextRef="#ctx0" brushRef="#br0" timeOffset="4498">2572 431 8653,'-14'13'0,"2"-4"0,3 4 0,0 0 0,3-2 0,1 4 0,1 4 0,2-5 0,2 4 0,0-2 0,3 1 0,2 3 0,3 2 0,-1-1 0,-1 1 0,0-1 0,2-1 0,1 0 0,0 0 0,0-2 0,0-1 0,2-2 0,1 0 0,0-4 0,-3 1 0,2-3 0,1 0 0,3-4 0,0-2 0,2-2 0,-2-1 0,1-1 0,-1-2 0,1-2 0,-4-4 0,-3 0 0,3 1 0,-6 3 0,-3 0 0,-6 2 0,2 2 0,-11-3 0,6 4 0,-6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1:03.49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324 518 8653,'-10'-5'0,"-1"2"0,-1 2 0,-6 1 0,3 1 0,-6 1 0,3 1 0,0-1 0,4 0 0,-1 0 0,-1 2 0,0 1 0,-2 1 0,2 2 0,0 2 0,2 2 0,3 2 0,-1 4 0,1 3 0,0 2 0,4 3 0,-1 4 0,2 2 0,1 2 0,3 1 0,-1 0 0,3-1 0,3-2 0,-1-5 0,4-7 0,1-2 0,1-4 0,2-2 0,1-6 0,7-4 0,3-7 0,-1-4 0,-3-5 0,-5-2 0,2-5 0,-1-5 0,3-4 0,-3-6 0,-1-2 0,1-3 0,2-6 0,-4-3 0,0-1 0,-1-2 0,0 0 0,0 1 0,-2-2 0,0-2 0,0 8 0,-1 1 0,0 8 0,-1 6 0,-3 3 0,2 7 0,-1 3 0,-1 9 0,0 5 0,0 12 0,-1 6 0,1 4 0,1 5 0,0 2 0,0 2 0,2 7 0,-3 3 0,0 6 0,1 4 0,-3-1 0,2 2 0,-2-2 0,-1 1 0,0 5 0,0-1 0,0 2 0,0-1 0,-1 1 0,-1-6 0,-1-1 0,1-2 0,1-9 0,1-1 0,0-7 0,4-5 0,3-6 0,3-5 0,0-8 0,2-8 0,-3-4 0,0 1 0,0-2 0</inkml:trace>
  <inkml:trace contextRef="#ctx0" brushRef="#br0" timeOffset="598">684 351 8653,'6'9'0,"-1"1"0,-1 2 0,-1-2 0,-2 5 0,0 1 0,2 0 0,3 3 0,-2 1 0,0 5 0,0 7 0,3 1 0,-2 8 0,0 1 0,-3 1 0,2 4 0,-1 1 0,-1-2 0,-1-5 0,0-5 0,1-5 0,1-4 0,-1-6 0,0-9 0,1-5 0,3-5 0,-1-2 0,0-9 0,2-4 0,1-3 0,-2-5 0,0-3 0,1-5 0,0-3 0,2-2 0,0-1 0,-1-1 0,-2-2 0,1 0 0,-1-4 0,2 0 0,1 3 0,-3 2 0,0 2 0,-1 1 0,0 1 0,2 4 0,-3 6 0,1 2 0,-3 7 0,2 10 0,-3 10 0,1 6 0,1 5 0,3 4 0,-1 3 0,1 1 0,0 1 0,0 5 0,3 1 0,-1 3 0,1 3 0,0-1 0,-1 4 0,0 2 0,0 3 0,-1-5 0,4 0 0,-3-5 0,-2-4 0,-1-5 0,4-5 0,0-4 0,-3-7 0,0-11 0,0-5 0,1-7 0,0-3 0,-1-5 0,1-3 0,-2-6 0,0-4 0,-1 0 0,1 1 0,-2-3 0,2 1 0,0-3 0,0 0 0,-3 1 0,1 2 0,-2 1 0,-1 4 0,0 6 0,0 2 0,0 3 0,0 4 0,-8 9 0,-2 6 0</inkml:trace>
  <inkml:trace contextRef="#ctx0" brushRef="#br0" timeOffset="980">1342 790 8653,'-5'9'0,"2"0"0,6-1 0,7-3 0,8-2 0,5-2 0,3-2 0,-3-1 0,-4-1 0,-1-3 0,-1 1 0,1-1 0,-1 0 0,-3 3 0,-2-3 0,-2-1 0,-6 4 0,4-5 0,-3 3 0</inkml:trace>
  <inkml:trace contextRef="#ctx0" brushRef="#br0" timeOffset="1182">1500 659 8653,'-13'8'0,"0"-1"0,4 2 0,-2-1 0,2 5 0,1 0 0,2 6 0,0-1 0,3 3 0,2 0 0,2 3 0,1 0 0,2 1 0,1 1 0,2 2 0,3-1 0,2-1 0,-1-3 0,0-4 0,-1-2 0,3-2 0,1-4 0,-3-5 0,4-3 0,1-2 0,0-9 0,2-2 0</inkml:trace>
  <inkml:trace contextRef="#ctx0" brushRef="#br0" timeOffset="1685">1579 0 8653,'5'10'0,"-2"2"0,-1-5 0,1 1 0,3-5 0,5 0 0,3-2 0,5-1 0,1 0 0,-4 3 0,0 1 0,-2 1 0,-2-2 0,-5 4 0,-1 2 0,-2 7 0,-4 5 0,0 2 0,-4-5 0,-2 1 0,-1-4 0,-2-3 0,1 1 0,1-2 0,1 0 0,0 1 0,4-4 0,4-2 0,5-2 0,11-4 0,-3 3 0,5 0 0,-4 2 0,-3-3 0,-2 2 0,1 0 0,-1-2 0,-2 4 0,0-4 0,4 6 0,0-4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1:07.39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1 338 8653,'0'18'0,"0"-5"0,0 0 0,7-9 0,5-3 0,4-3 0,-1-1 0,1 2 0,0-2 0,2 2 0,-3-2 0,1 2 0,-1 1 0,0 1 0,0 2 0,-2-1 0,-1 4 0,-3 1 0,0 4 0,0 3 0</inkml:trace>
  <inkml:trace contextRef="#ctx0" brushRef="#br0" timeOffset="249">53 531 8653,'-8'9'0,"-1"0"0,0-1 0,6-3 0,6-2 0,4-6 0,9-2 0,3 1 0,-2 0 0,-4 3 0,1-1 0,-1-1 0,-1 0 0,3 3 0,0 0 0,-1 4 0,0 2 0,-2 1 0,0 6 0,-3 1 0</inkml:trace>
  <inkml:trace contextRef="#ctx0" brushRef="#br0" timeOffset="1116">870 435 8653,'-9'-9'0,"0"0"0,3 3 0,0 0 0,-1 0 0,3 1 0,-2-1 0,-1-1 0,-2 3 0,-3 1 0,-3 7 0,-3 4 0,4 5 0,0 3 0,4 1 0,-1 7 0,1 3 0,1 5 0,1 2 0,2 1 0,3-1 0,2-2 0,2 1 0,2-3 0,3-4 0,2-5 0,5-4 0,2-9 0,5-2 0,-2-7 0,4-9 0,-2-8 0,1-7 0,-3-6 0,-2-7 0,0-4 0,0-4 0,-3 0 0,0-4 0,1-1 0,0-4 0,-5 4 0,1 0 0,-4 2 0,-2 3 0,2 5 0,-3 5 0,-1 6 0,-1 6 0,-1 8 0,-1 2 0,-2 1 0,1 7 0,-4 6 0,0 8 0,-2 10 0,2 4 0,3 2 0,3 1 0,0 4 0,0 5 0,0 3 0,0 7 0,0-1 0,0 1 0,0 2 0,0 2 0,0 2 0,0-3 0,0-4 0,3-3 0,3-2 0,2-4 0,2-6 0,2-10 0,2-5 0,3-7 0,-4-4 0,8-2 0,-3 0 0</inkml:trace>
  <inkml:trace contextRef="#ctx0" brushRef="#br0" timeOffset="1313">1247 435 8653,'0'17'0,"0"1"0,2-9 0,4-3 0,9-4 0,10-3 0,-1-2 0,1-2 0,1-3 0,0-1 0,1 0 0,3 0 0,-4 4 0,0 0 0,-4 1 0,-4 2 0,-4 1 0,3 5 0,-4 1 0</inkml:trace>
  <inkml:trace contextRef="#ctx0" brushRef="#br0" timeOffset="1548">1484 338 8653,'-9'22'0,"0"-1"0,0-3 0,-2 0 0,-1-1 0,1-3 0,2 4 0,0-2 0,0 4 0,3 0 0,1-2 0,1 0 0,3 3 0,0 1 0,1 4 0,0-2 0,0-1 0,2 0 0,2 1 0,1-1 0,2-2 0,4 0 0,1-4 0,2 0 0,2-3 0,0-1 0,2-5 0,-1-2 0,1-3 0,-1-2 0,2-1 0,1-1 0,0-2 0,0-2 0,2 0 0,0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1:10.86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238 352 8653,'-9'13'0,"0"-1"0,-4-6 0,-1-3 0,-3-2 0,1-2 0,0-1 0,1-1 0,-3 0 0,-6 3 0,3 1 0,2 2 7,3 3 1,4 5 0,5 4-1,3 3-5,0 2 1,1 4 0,3 5-1,0 3-2,0 2 0,0-2 0,0 0 0,1-2 0,2-2 0,1-2 0,5-3 0,0-6 0,0-4 0,4-7 0,4-4 0,3-4 0,-1-7 0,-3-7 0,-2-2 0,2-3 0,0-7 0,1-1 0,-1-5 0,-2-4 0,-3-2 0,2-4 0,-2 0 0,1 0 0,0-3 0,-3 0 0,-2-1 0,-1 0 0,2 2 0,-3 6 0,0 5 0,-2 5 0,-2 6 0,0 5 0,2 3 0,-2 4 0,2 16 0,-3 6 0,0 8 0,0 6 0,0 0 0,1 2 0,2 3 0,-2 3 0,3 6 0,-1 3 0,0 2 0,1 4 0,-2 1 0,1 0 0,-1-1 0,2 3 0,-1-2 0,-1-1 0,-1-2 0,-1-4 0,0-9 0,3-3 0,-1-4 0,4-4 0,3-12 0,3-12 0,-1-4 0,-2-2 0</inkml:trace>
  <inkml:trace contextRef="#ctx0" brushRef="#br0" timeOffset="565">659 115 8693,'5'12'0,"-1"5"0,-4 4 0,1 2 0,2 1 0,-1 6 0,2 2 0,1 3 0,0 3 0,0 2 0,2 4 0,-2 0 0,-1-1 0,1 4 0,-2-1 0,-1-3 0,-1-4 0,-1-2 0,0-4 0,1-6 0,2-7 0,-2-4 0,10-13 0,-2-6 0,0-8 0,1-5 0,-1-5 0,1-3 0,0-1 0,2-1 0,1-3 0,-2-3 0,0-1 0,0-3 0,2-1 0,-2 2 0,0 0 0,-1 0 0,-4 0 0,-1 0 0,-2 3 0,-1 3 0,-1 6 0,-1 2 0,0 3 0,0 4 0,1 12 0,1 9 0,2 5 0,1 3 0,1 6 0,3 3 0,0 3 0,-1 3 0,-2 2 0,0-2 0,1 1 0,1 2 0,0 5 0,1 2 0,-1 0 0,-2-2 0,1-3 0,-3-2 0,-1-5 0,1-4 0,0-6 0,-1-6 0,-2-12 0,3-8 0,0-8 0,-2-4 0,3-2 0,0-3 0,0-3 0,-1-3 0,3 2 0,-2-3 0,-1-2 0,2 0 0,-3 1 0,-1 1 0,-1 2 0,-1 4 0,0 2 0,0 0 0,0 3 0,0 3 0,0 5 0</inkml:trace>
  <inkml:trace contextRef="#ctx0" brushRef="#br0" timeOffset="883">1238 571 8783,'9'12'0,"0"0"0,1-2 0,5-4 0,3-2 0,6-4 0,-2-1 0,0-2 0,-2-1 0,-2-3 0,-1 2 0,1-2 0,0 2 0,-1-1 0,1-1 0,-5 3 0,-4 0 0,-5 4 0,-4 0 0</inkml:trace>
  <inkml:trace contextRef="#ctx0" brushRef="#br0" timeOffset="1064">1440 518 8783,'-12'-2'0,"1"-1"0,6 4 0,-4 4 0,1 3 0,4 5 0,1 2 0,2 1 0,-2 2 0,0 0 0,2 2 0,0 0 0,1 5 0,0-3 0,1 1 0,1 1 0,-1-2 0,3 2 0,0-5 0,2-3 0,2-4 0,1-3 0,0-1 0,3-2 0,-1-2 0,3-4 0,1 4 0,3 1 0</inkml:trace>
  <inkml:trace contextRef="#ctx0" brushRef="#br0" timeOffset="1814">1940 527 8783,'-7'-5'0,"-1"2"0,1 1 0,-5 0 0,-2-2 0,1-3 0,-1 1 0,0 4 0,2-1 0,-6 2 0,5 5 0,-3 4 0,3 5 0,2 4 0,-1 9 0,3 2 0,1 3 0,2 5 0,3-1 0,3 3 0,0-4 0,0-5 0,4-1 0,4-11 0,5-4 0,4-5 0,-2-5 0,7-7 0,-1-6 0,2-6 0,0-6 0,0-5 0,1-2 0,-2-4 0,2-2 0,-3-2 0,-3-2 0,-2-1 0,0 0 0,-5-1 0,-1 3 0,-3 2 0,-3 1 0,-4 0 0,0 0 0,0 0 0,-3 6 0,-1 4 0,-1 3 0,-2 2 0,2 6 0,0 2 0,2 4 0,-3 5 0,4 11 0,-1 10 0,2 4 0,1 2 0,0 6 0,1 2 0,1 2 0,1 1 0,1 3 0,-2 2 0,2 2 0,0 3 0,-2 1 0,2-3 0,-1 1 0,0 0 0,3-1 0,-3-3 0,0-6 0,1-6 0,-2-7 0,4-6 0,0-4 0,6-5 0,-2-2 0,3-4 0</inkml:trace>
  <inkml:trace contextRef="#ctx0" brushRef="#br0" timeOffset="1998">2265 554 8783,'6'17'0,"0"1"0,-1-2 0,5-2 0,2-5 0,-1-2 0,4-4 0,3-1 0,1-1 0,6-5 0,-2-1 0,1-2 0,0 1 0,1-2 0,-1 3 0,0-1 0,-1 1 0,-4 3 0,-4-1 0,-1-2 0,4 0 0</inkml:trace>
  <inkml:trace contextRef="#ctx0" brushRef="#br0" timeOffset="2266">2563 448 8783,'-8'12'0,"-1"0"0,0 3 0,0 0 0,1 5 0,2 3 0,0-1 0,4 0 0,-1-4 0,2 2 0,1 0 0,1 5 0,1-3 0,2 1 0,1 1 0,-1-5 0,3 3 0,0-2 0,3 1 0,-1-1 0,2-3 0,0-3 0,1-2 0,-2-2 0,5-2 0,1-3 0,2-2 0,0-6 0,-4-5 0,0-3 0,-8-1 0,10 0 0,-7-2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1:18.09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18 538 8783,'-9'5'0,"4"-1"0,1-12 0,5-2 0,2-3 0,-1-3 0,4 4 0,1-1 0,1 0 0,0-2 0,1 0 0,0-2 0,0 0 0,0-2 0,0 0 0,2-2 0,1 2 0,0 3 0,-1 3 0,1 0 0,-1 2 0,-2 2 0,0 0 0,3 5 0,-1 4 0,0 5 0,-2 6 0,-2 3 0,-1 1 0,0-1 0,5 4 0,1 3 0,-1 2 0,-2 1 0,0-1 0,1 0 0,1 1-2,0 2 1,4-1 0,-3-1 0,-2-1-3,0-2 1,2-1 0,0-6 1,-2-2 1,4-6 0,0-4 0,-1-4 0,0-7 1,-3-6-1,0-4 0,2-1 0,4-5 1,-2 2-1,2-4 0,-1-2 0,0 5 1,-2-1-1,-1 2-1,1 4 1,-1 4 0,-3 3 1,-2 9-1,-1 9 1,-2 0 0,-12 18 0,-1-5 0</inkml:trace>
  <inkml:trace contextRef="#ctx0" brushRef="#br0" timeOffset="849">1176 91 8665,'-7'-5'0,"-1"2"0,3 2 0,-7 1 0,4 1 0,-4 2 0,-1 3 0,3 3 0,-1 2 0,1 5 0,1 3 0,-1 1 0,0 4 0,-2 4 0,1 3 0,0 7 0,1 3 0,-2 2 0,1 0 0,2 1 0,4 0 0,2 0 0,2 0 0,1-5 0,2-3 0,3-4 0,7-2 0,5-3 0,3-5 0,4-1 0,1-5 0,1-3 0,1-7 0,0-3 0,2-2 0,2-6 0,5-4 0,-2-6 0,-2-4 0,2-2 0,-4-5 0,-1-4 0,-2-3 0,-4-2 0,1-1 0,-4-2 0,-1-3 0,-4 2 0,-3 0 0,-6 1 0,-4 0 0,-3-4 0,-3 2 0,-5 0 0,-5 2 0,-5 2 0,-3 1 0,0 3 0,-2 3 0,-1 7 0,1 3 0,1 4 0,2 3 0,0 3 0,4 3 0,-1 12 0,9 8 0,1 13 0</inkml:trace>
  <inkml:trace contextRef="#ctx0" brushRef="#br0" timeOffset="1235">1255 126 8657,'0'21'0,"-1"-2"0,-2 2 0,-2 1 0,-3 1 0,-5 6 0,-2 4 0,-2 1 0,-4 1 0,-1 3 0,-3-1 0,0-2 0,2-2 0,4-7 0,3-1 0,6-7 0,7-7 0,9-2 0,4-4 0,7-5 0</inkml:trace>
  <inkml:trace contextRef="#ctx0" brushRef="#br0" timeOffset="1831">2089 64 8657,'-15'3'0,"1"0"0,3 1 0,-1-1 0,3-1 0,0 4 0,0 1 0,0 4 0,0 5 0,-2 4 0,-1 3 0,-3 4 0,3 4 0,-2 7 0,-1 3 0,-2 4 0,0 6 0,3-1 0,2 0 0,2 3 0,2 1 0,3-2 0,2-3 0,4-8 0,5-6 0,5-6 0,5-4 0,2-8 0,3-6 0,2-3 0,3-2 0,0-4 0,0 1 0,1-6 0,-1-2 0</inkml:trace>
  <inkml:trace contextRef="#ctx0" brushRef="#br0" timeOffset="2615">2458 389 8675,'-17'-1'0,"1"-1"0,2-1 0,2-3 0,-3 4 0,1-1 0,-4 3 0,2 1 0,1 2 0,3 5 0,3 3 0,0 8 0,1-1 0,1 4 0,1 2 0,3 1 0,-1 3 0,0 0 0,2 1 0,1-1 0,1-3 0,1-4 0,2-2 0,3-1 0,6-7 0,6-3 0,-1-4 0,4-8 0,-3-5 0,0-5 0,-1-6 0,1-5 0,0-3 0,-1-4 0,-2-3 0,-1-3 0,1-3 0,-1-2 0,-2-1 0,-3 0 0,0 0 0,0 1 0,-5 4 0,-1 3 0,-2 7 0,-1 5 0,0 5 0,0 5 0,1 8 0,2 3 0,-1 13 0,3 7 0,-1 2 0,2 3 0,-3 2 0,0 2 0,1 3 0,-3 2 0,1 5 0,-1 1 0,-1 1 0,0 3 0,0-2 0,0 0 0,0 0 0,0-1 0,0-2 0,0-3 0,0-4 0,4-8 0,2-9 0,6-6 0,2-2 0</inkml:trace>
  <inkml:trace contextRef="#ctx0" brushRef="#br0" timeOffset="2798">2747 433 8703,'15'0'0,"-1"0"0,2 0 0,1 0 0,0-1 0,1-1 0,-1-1 0,4-4 0,0 2 0,1 0 0,-1-1 0,-1 3 0,-6-3 0,3 4 0,-4-2 0</inkml:trace>
  <inkml:trace contextRef="#ctx0" brushRef="#br0" timeOffset="3015">2940 266 8703,'-8'9'0,"-1"1"0,0 1 0,0 0 0,0 3 0,2 0 0,1 3 0,-1 3 0,4-3 0,1 2 0,1 1 0,1 0 0,0 3 0,-1 1 0,-2 2 0,2 0 0,-2 0 0,2 0 0,1-3 0,2 2 0,3-5 0,5-1 0,3-4 0,1-2 0,5-5 0,0-2 0,2-4 0,7 3 0,-1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1:23.65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506 247 8724,'-9'17'0,"0"-3"0,1-2 0,-1-2 0,0 2 0,0-1 0,-1 3 0,0 3 0,-2 2 0,-3 1 0,3 2 0,-2 1 0,-2-1 0,4-2 0,0 0 0,2-2 0,2-4 0,2 2 0,0-4 0,4 3 0,-2-1 0</inkml:trace>
  <inkml:trace contextRef="#ctx0" brushRef="#br0" timeOffset="349">567 492 8699,'12'4'0,"0"2"0,-4-1 0,4 1 0,1 1 0,-3-2 0,1 0 0,-1 2 0,-1-2 0,0 1 0,-5 1 0,-1 5 0,-3-6 0,-3 3 0,-2-1 0,-3 0 0,-2 1 0,-1-1 0,0 1 0,0 0 0,1 0 0,1-1 0,1 1 0,0 4 0,2 1 0,3-4 0,6-1 0,5-5 0,4 1 0,2-1 0,4-1 0,3-4 0,2-2 0,-4 2 0,2-11 0,-3 2 0</inkml:trace>
  <inkml:trace contextRef="#ctx0" brushRef="#br0" timeOffset="848">6 1 8732,'-5'9'0,"6"-1"0,8-3 0,2 0 0,5-3 0,-2 1 0,-6 1 0,1-1 0,-6 6 0,0 5 0,-6-1 0,-3-1 0,-2-2 0,0-2 0,2 1 0,0 0 0,-1 0 0,3 0 0,1 3 0,6-5 0,4 2 0,4-2 0,1-2 0,5 1 0,0 1 0,-4 1 0,4 1 0,-4-1 0,-4 2 0,-3 2 0,-4 1 0,0 4 0,-4-2 0,0-3 0,-5-3 0,-3 0 0,1-1 0,-5-1 0,1-2 0,-6 1 0,0 3 0</inkml:trace>
  <inkml:trace contextRef="#ctx0" brushRef="#br0" timeOffset="1447">1068 431 8652,'17'0'-13,"-2"0"10,-1 0 0,3 1 0,1 1 0,-1 2 0,0 1 1,0 2-1,3 4 1,0 5 0,0 3 0,1 4 0,0 4 0,-2 3 1,0 5 0,-7 4 1,-2 6-1,-4 1 1,-2 1 0,-5 4 0,-6-2 0,-4 2 0,-3-1 0,-7-1 0,-2-4 0,-3 2 0,0-1 0,0-5 0,-1-4 0,1-6 0,0-7 0,3-7 0,2-4 0,3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1:28.31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22 176 8788,'-8'9'0,"-1"-1"0,5-2 0,4 0 0,8-4 0,7 1 0,5-3 0,3-3 0,6 2 0,4-3 0,2 1 0,3 0 0,5 0 0,5 3 0,3 0 0,3 0 0,0 4 0,-2 2 0,-1 1 0,-2-1 0,-4 2 0,-2-3 0,-7 2-2,-5-1 0,-8 1 2,-3-4 0,-1 4 0,-2-2 0</inkml:trace>
  <inkml:trace contextRef="#ctx0" brushRef="#br0" timeOffset="266">637 0 8753,'-17'1'-1,"2"2"0,9 2 0,9 4 1,7 0 0,7-1 0,4 1 0,5 0 0,2 0 0,2 3 0,-2 2 0,2 1 0,-2-1 0,2 2 0,-2 3 0,-3 2 0,-7-2 0,-5 3 0,-7-1 0,-4 2 0,-4 1 0,-7 0 0,-6 1 0,-6-3 0,-5 0 0,-2 1 0,-4-3 0,0-4 0,1-3 0,5-4 0,6-4 0,4-5 0,8-4 0,12-13 0,5-1 0</inkml:trace>
  <inkml:trace contextRef="#ctx0" brushRef="#br0" timeOffset="631">1409 71 8644,'-9'-4'0,"0"4"0,1 4 0,-1 15 0,1 4 0,1 5 0,1 2 0,4 2 0,-1 5 0,3 2 0,3 1 0,5 1 0,5 2 0,1-2 0,1-3 0,6-7 0,2-4 0,3-7 0,4-4 0,1-5 0,4-5 0,0-5 0,0-6 0,0-4 0,-1-10 0,-2-1 0,-6 0 0,-5-8 0,-6-1 0,-4-3 0,-5-3 0,-2 2 0,-6-4 0,-3 3 0,-7 2 0,-7 0 0,-2 0 0,-2 4 0,-1 4 0,-4-1 0,-1 5 0,-1 1 0,0 4 0,6 2 0,-2 5 0,4 2 0,5 2 0,5 4 0,3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1:34.02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289 536 8632,'-19'0'0,"-1"0"0,-3-1 0,-3-2 1,1-1 0,1-2-1,4 3 2,1 2 0,1 3 1,-2 4-3,0 6 0,3 4 0,5 6 0,4 4 1,2 5 0,1 6 0,3 1 1,-1 0 1,1 1 1,5-5 0,3 1-1,3-2 1,2-2 0,0-6 1,4-6-1,0-5-1,2-5 1,3-3 0,2-10 0,-1-6-2,1-6 0,1-7 0,-2-7 1,1-6-3,-1-7 1,0-4 0,-4-7 0,1-2-1,0-2 0,-4-4 0,0 1 1,-3 1-1,-3 6 0,0 7 0,-4 3 0,0 6 0,0 5 0,-1 7 0,-3 5 0,0 10 0,0 14 0,0 14 0,0 5 0,0 6 0,4 5 0,0 1 0,2 4 0,0 2 0,-3 2 0,2 4 0,0 1 0,0-2 0,0 0 0,1-1 0,1 0 0,3 0 0,-1-9 0,3-6 0,1-7 0,2-7 0,1-2 0,6-4 0,0-1 0</inkml:trace>
  <inkml:trace contextRef="#ctx0" brushRef="#br0" timeOffset="167">780 518 8799,'13'-5'0,"-5"1"0,3 4 0,3 0 0,2 0 0,2 0 0,3 0 0,2 0 0,6-1 0,2 0 0,2-2 0,-1 1 0,0 1 0,3 1 0</inkml:trace>
  <inkml:trace contextRef="#ctx0" brushRef="#br0" timeOffset="369">1087 351 8799,'-9'9'0,"1"1"0,-1 2 0,-1-2 0,-1 5 0,-1 2 0,-2 2 0,4 4 0,1 3 0,2 0 0,0 1 0,3 3 0,1 2 0,2 2 0,1 1 0,0-3 0,1 0 0,2-2 0,3-2 0,3-1 0,2-1 0,4-3 0,2-2 0,1-3 0,2-1 0,0-4 0,0-4 0,-2-4 0,0-5 0,-1 0 0,1 4 0,-1 1 0</inkml:trace>
  <inkml:trace contextRef="#ctx0" brushRef="#br0" timeOffset="1217">1351 0 8799,'8'13'0,"-2"-3"0,0 2 0,3-6 0,2 0 0,5 0 0,-1 3 0,-6-3 0,-1 1 0,-3 2 0,-3 5 0,-5 5 0,-3 2 0,-1-1 0,-2-2 0,0 0 0,1 3 0,2 2 0,3-5 0,8-4 0,7-7 0,2-3 0,6-5 0,-1-2 0,-2-2 0,1-2 0,-2 0 0,0 2 0,-1 1 0,-4-2 0,4 3 0,-4 8 0,1 5 0</inkml:trace>
  <inkml:trace contextRef="#ctx0" brushRef="#br0" timeOffset="1499">1877 588 8799,'-13'-8'0,"8"-1"0,5 4 0,11 2 0,6 3 0,3 3 0,3-1 0,2 3 0,0 0 0,2 0 0,-6 0 0,6 4 0,-3 0 0,-2 0 0,0 3 0,-1 2 0,2 4 0</inkml:trace>
  <inkml:trace contextRef="#ctx0" brushRef="#br0" timeOffset="1666">1939 720 8799,'-4'18'0,"-1"-4"0,-4 0 0,0-1 0,6-3 0,6-4 0,6-2 0,10-5 0,1-2 0,3-3 0,4 1 0,1 0 0,2-1 0,1 1 0,2 1 0,2 4 0</inkml:trace>
  <inkml:trace contextRef="#ctx0" brushRef="#br0" timeOffset="2018">2632 553 8799,'0'-13'0,"-8"4"0,-4 6 0,1 9 0,-1 4 0,2 2 0,1 4 0,2 5 0,0 5 0,2 2 0,1 0 0,1 3 0,3 2 0,1 1 0,2 1 0,6 0 0,5-1 0,3-1 0,1-1 0,3-6 0,2-1 0,3-3 0,0-6 0,1-6 0,2-7 0,1-4 0,1-5 0,-4-5 0,1-10 0,-5-6 0,-1-4 0,-5-8 0,-4-4 0,-4-2 0,-4-1 0,-3 1 0,-4 1 0,-2 0 0,-5 0 0,-6 8 0,0 5 0,-1 6 0,-2 4 0,1 5 0,-1 4 0,1 2 0,-1 4 0,1 9 0,3 6 0,1 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2:18.82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8796,'0'16'0,"0"-1"0,0-3 0,0-2 0,0 0 0,2 2 0,1 2 0,2 4 0,-1-1 0,-1 1 0,1-2 0,-1 1 0,0 2 0,0 1 0,1 1 0,-1 2 0,-1 0 0,1-1 0,0 0 0,-1 1 0,0-2 0,2-3 0,-1-3 0,3-5 0,2-6 0,4-4 0,-1-7 0,-2-5 0,-2-3 0,1-2 0,1-2 0,-1-3 0,-1-1 0,0 0 0,1 2 0,-1-1 0,2 1 0,-2 2 0,0 1 0,-1 2 0,1-2 0,2 1 0,-1 1 0,2-2 0,-2 8 0,3 8 0,-2 9 0,-1 3 0,-3 2 0,-1 1 0,1 0 0,1 2 0,2 1 0,1 2 0,-1-1 0,2 1 0,-2 0 0,2 2 0,0 1 0,-1 3 0,0 1 0,1 1 0,0-1 0,0-2 0,-2-2 0,0-3 0,0-5 0,1-4 0,-1-1 0,2-6 0,0-3 0,1-6 0,-2-3 0,-2-4 0,1-4 0,1-3 0,-1-2 0,-1-2 0,-1-3 0,1-1 0,-1 1 0,0-1 0,1 1 0,-2 3 0,0 0 0,0 1 0,-4 3 0,2 4 0,0 2 0,-2 7 0,1 8 0,-2 9 0,0 2 0,0 2 0,-2 3 0,-2 0 0</inkml:trace>
  <inkml:trace contextRef="#ctx0" brushRef="#br0" timeOffset="815">924 360 8796,'-9'2'0,"3"-4"0,2-2 0,4-7 0,1-1 0,1-2 0,4-1 0,3-1 0,1 0 0,1-1 0,3 3 0,1-1 0,0 2 0,1 2 0,-2 1 0,3 3 0,-2 2 0,0 1 0,-2 2 0,0 3 0,0 1 0,0 5 0,-1 6 0,1 2 0,-2 3 0,0-1 0,-6-3 0,3 2 0,-1-1 0,2-3 0,2 1 0,0-1 0,0-2 0,4 0 0,2-5 0,2 0 0,-3-4 0,-1-2 0,-1-1 0,-1-2 0,0-5 0,-1-1 0,1-5 0,-2 3 0,0-1 0,-6 8 0,3-4 0,-4 11 0,2-1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2:52.20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13 523 8661,'-7'-12'0,"3"-3"0,3-3 0,1-1 0,0-1 0,2-1 0,3-3 0,0-4 0,2-2 0,0-1 0,1-1 0,0-1 0,0 0 0,0-2 0,0 2 0,0 5 0,0 4 0,-1 3 0,-3 5 0,2 2 0,-2 1 0,2 0 0,3 6 0,-2 5 0,1 8 0,2 3 0,-2 4 0,0 1 0,-1 1 0,0 1 0,0 4 0,1 1 0,0 3 0,4 4 0,-2 2 0,0 1 0,1 1 0,0 1 0,1 0 0,1 2 0,0 1 0,0-3 0,0-1 0,-1-4 0,-1-1 0,1-5 0,1-3 0,4-3 0,-2-9 0,0-2 0,-1-5 0,-1-2 0,-1-1 0,1-4 0,-1-3 0,-1-5 0,1-5 0,-2-8 0,0-2 0,-1-1 0,-2-2 0,-1-1 0,1-1 0,-1 0 0,0 1 0,-1-2 0,-1 0 0,1 1 0,-1 3 0,-1 2 0,0 5 0,-2 7 0,2 5 0,-1 2 0,1 6 0,-6 3 0,-1 5 0</inkml:trace>
  <inkml:trace contextRef="#ctx0" brushRef="#br0" timeOffset="334">892 414 8661,'0'7'0,"3"4"0,0-9 0,7 6 0,0-4 0</inkml:trace>
  <inkml:trace contextRef="#ctx0" brushRef="#br0" timeOffset="1284">1373 292 8656,'7'16'0,"-4"-3"0,-1 3 0,0 0 0,0 1 0,-1 4 0,1 2 0,-2 0 0,0-2 0,0-1 0,0-1 0,0-2 0,0 1 0,0-7 0,3-3 0,1-10 0,-1-6 0,3-4 0,-2-1 0,2-1 0,0-1 0,1 0 0,0 2 0,1 0 0,0 0 0,2 0 0,-3 1 0,2-1 0,-1 0 0,1 2 0,0 1 0,-1-2 0,-1 0 0,-1 1 0,0 1 0,2 5 0,0 3 0,-3 5 0,1 6 0,-2 3 0,0 3 0,-1 2 0,2-2 0,-1 2 0,-1 1 0,2 0 0,-2 1 0,1 0 0,1-2 0,-2 1 0,2-3 0,-1 0 0,-1 1 0,0-2 0,-1 3 0,-2-6 0,6 1 0,-5-14 0,2-4 0,0-5 0,0-6 0,4 0 0,-1 1 0,0-1 0,1 1 0,-1-1 0,1 0 0,2-1 0,-1 1 0,2 1 0,0 0 0,0 2 0,-2 3 0,3 3 0,0 1 0,-1 4 0,1 3 0,-2 8 0,0 4 0,-2 2 0,-1 0 0,-1 1 0,1 2 0,-1 0 0,-1 0 0,0-1 0,1 2 0,-2-1 0,0 1 0,0-2 0,-1-1 0,0-2 0,0 0 0,3-6 0,0-4 0,4-7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2:54.68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71 8637,'2'16'0,"1"-1"0,1-1 0,-2-1 0,2 0 0,1-1 0,-2 1 0,2 0 0,0 1 0,0 1 0,2-1 0,-1 4 0,1 1 0,2 2 0,-2 2 0,2-1 0,0-2 0,-1 0 0,1-1 0,-2-2 0,2-2 0,-1-2 0,2-3 0,-1-7 0,1-7 0,3-8 0,0-4 0,-1-1 0,-3 0 0,4-1 0,-1-3 0,3-2 0,1 0 0,-2-2 0,2 2 0,-1-2 0,0-1 0,2 0 0,-2 1 0,-1 2 0,0 1 0,-4 3 0,-1 2 0,-1 2 0,-2 2 0,2 2 0,-4 0 0,-1 6 0,0 0 0,-3 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18.13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13 526 8801,'-7'-5'0,"3"-3"0,3-4 0,4-5 0,1-1 0,2-2 0,3-4 0,-1-1 0,2 0 0,-1-1 0,-1 0 0,-1 1 0,-1 1 0,0 1 0,-2 1 0,-1 2 0,-3 1 0,0 1 0,0 0 0,0 1 0,0 5 0,0-1 0,0 0 0,0-1 0,0-1 0,3 1 0,1-3 0,5 5 0,1-1 0,0 7 0,1 2 0,-4 3 0,1 3 0,-1 5 0,3 4 0,-2 1 0,0 1 0,0 2 0,0 0 0,1 2 0,-1 0 0,1 3 0,0 0 0,1 3 0,2 2 0,0 0 0,0 5 0,1 1 0,0 0 0,1 2 0,-1 0 0,1-1 0,-2-3 0,-3-5 0,1-3 0,0-3 0,0-4 0,-1-3 0,4-2 0,1-5 0,4-3 0,-1-2 0,-5-3 0,0-5 0,-1-2 0,-1-3 0,-3-4 0,2-3 0,-2-2 0,-1-2 0,1-4 0,-1 0 0,-2-1 0,-2 0 0,1 0 0,-1-2 0,-1 0 0,0 0 0,-1 5 0,0 4 0,1 2 0,1 2 0,-1 3 0,1 1 0,-1 1 0,-1 1 0,2 0 0,-1 6 0,5 4 0,-3 7 0</inkml:trace>
  <inkml:trace contextRef="#ctx0" brushRef="#br0" timeOffset="2063">681 577 8801,'0'13'0,"0"-3"0,3-2 0,4-3 0,0-3 0,3-4 0,2 0 0,-2-2 0,1 1 0,3-1 0,-1 3 0,1-1 0,0 1 0,-1 1 0,0 0 0,0 0 0,-1 1 0,1 1 0,0-1 0,1 4 0,0 0 0,-2 0 0,1 0 0,-1-1 0,-3-3 0,0 2 0,-2-3 0</inkml:trace>
  <inkml:trace contextRef="#ctx0" brushRef="#br0" timeOffset="2447">899 500 8801,'1'7'0,"3"-3"0,1-2 0,6-2 0,0 0 0,-1 0 0,1 0 0,1 0 0,0 3 0,0-2 0,1 3 0,0-1 0,0 1 0,0 1 0,2 3 0,-2 4 0,0 3 0,-4 0 0,-4-3 0,-4 0 0,-2 1 0,-4 0 0,-3-1 0,-3-1 0,1 2 0,-1-5 0,0 0 0,-1-1 0,-1 0 0,0-1 0,0 1 0,1-1 0,-1 0 0,0-1 0,0 2 0,0-4 0,0 6 0,6-6 0,-1 5 0,4-4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26.86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13 238 8979,'-1'16'0,"-1"-1"0,2-7 0,-5-2 0,2-8 0,1-1 0,2-7 0,0-1 0,0-2 0,2 0 0,1 0 0,-1 6 0,1-1 0,-3 7 0,3-2 0,0 3 0,3-3 0,5-4 0,-3 2 0,0-3 0,0-2 0,1 0 0,0-2 0,2-2 0,3-1 0,-2 1 0,2-1 0,1 0 0,-1 3 0,0 0 0,1 2 0,0 0 0,-2 1 0,0 4 0,0 1 0,-1 0 0,1 2 0,0 0 0,2 1 0,0 1 0,1 6 0,-3 3 0,2 5 0,-2 3 0,-1 1 0,2-1 0,-4-2 0,0-2 0,0 3 0,0 1 0,0-1 0,1-1 0,1 1 0,1-1 0,0-1 0,0-1 0,-3-3 0,1-3 0,0-3 0,2-1 0,-1-1 0,1-2 0,0 0 0,2-4 0,0-1 0,-1-4 0,0-1 0,-2 2 0,-1-3 0,0 0 0,2-4 0,2-3 0,0 3 0,-2 2 0,-1 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29.33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1 108 8979,'3'11'0,"-1"0"0,2-5 0,0 3 0,3 2 0,1 6 0,0 2 0,-2-2 0,-1 0 0,0 2 0,0 1 0,2 4 0,-1 3 0,1 2 0,-1 2 0,-2 3 0,0 4 0,0-1 0,-1-1 0,-1-6 0,3-3 0,-1-6 0,-1-6 0,4-4 0,-1-2 0,3-6 0,4-3 0,0-6 0,-1-2 0,0-4 0,-2-2 0,2-2 0,0-1 0,1-3 0,-1-2 0,1-1 0,-1-3 0,0-1 0,-1-2 0,3-2 0,-2 0 0,1-3 0,-1 0 0,-1 0 0,1 1 0,1-2 0,-1 2 0,-1 4 0,0 2 0,-2 4 0,-1 1 0,-1 2 0,-1 6 0,1 1 0,-4 9 0,-1 4 0,-2 7 0,-2 9 0,-2 1 0,1 0 0,1-4 0,-4 5 0,-2 2 0</inkml:trace>
  <inkml:trace contextRef="#ctx0" brushRef="#br0" timeOffset="1231">520 557 8979,'-3'10'0,"4"0"0,1-4 0,3-2 0,7-2 0,2-2 0,1 0 0,0 0 0,2 0 0,1-2 0,5 1 0,0-1 0,2 1 0,1 1 0,-3 0 0,0 0 0,-1 0 0,-1 0 0,-1 0 0,-2 1 0,-1 0 0,-2 1 0,0 3 0,0 0 0,-2 0 0,2-1 0,-4-1 0,-8-9 0,-3-1 0</inkml:trace>
  <inkml:trace contextRef="#ctx0" brushRef="#br0" timeOffset="1617">809 506 8979,'6'7'0,"1"1"0,6-6 0,-1 0 0,1 1 0,1-1 0,0 1 0,2 1 0,0-1 0,1-1 0,2 3 0,-2 0 0,-2 0 0,1 3 0,1 0 0,-1 3 0,-3-1 0,-5 0 0,-1 2 0,-3-1 0,-2 1 0,-5 0 0,-2 3 0,-4-2 0,-1-3 0,-1 2 0,-4-3 0,0 0 0,-2 0 0,2 2 0,-1-2 0,0-1 0,-1 2 0,2-5 0,-2 4 0,3-6 0,1 2 0,10-8 0,3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32.64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91 8979,'6'10'0,"4"0"0,3-3 0,-2-2 0,1-5 0,1 0 0,-1 0 0,3-2 0,0-1 0,2 0 0,0 0 0,4 1 0,1 1 0,-3 0 0,-1-1 0,1 0 0,-3 4 0,1 1 0,-2 0 0,-2 1 0,0 3 0,0 2 0,-6-5 0,-7 5 0,-7-6 0</inkml:trace>
  <inkml:trace contextRef="#ctx0" brushRef="#br0" timeOffset="250">187 1 8979,'0'15'0,"0"0"0,0 0 0,0-2 0,0 0 0,0 2 0,0-1 0,3 4 0,-1-2 0,3 1 0,-2-1 0,-1-1 0,-1 0 0,2 2 0,-1 0 0,0-1 0,0 0 0,-2-3 0,0 0 0,0-1 0,0-1 0,0 0 0,-3-1 0,0 0 0,-3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34.34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1 698 8979,'0'-15'0,"0"0"0,0-2 0,0 0 0,3-5 0,0-2 0,2-2 0,-1-2 0,0-2 0,3 1 0,1 0 0,1-2 0,-1 1 0,-1-1 0,-1 2 0,1 0 0,-1 1 0,0 2 0,-1 0 0,-1 3 0,-2 3 0,2 2 0,-1 2 0,1 0 0,-2 1 0,1 3 0,1-1 0,0 0 0,0-1 0,2-1 0,1 3 0,2-1 0,-1 3 0,2 6 0,-2 3 0,1 5 0,-1 3 0,0 6 0,-3 0 0,1 0 0,0 0 0,0 2 0,0 2 0,1 2 0,-1 0 0,1 0 0,-1 1 0,1 2 0,-1 0 0,0 4 0,2 1 0,0 3 0,-1 1 0,2 5 0,-2 0 0,-1 0 0,1 2 0,1-3 0,2 0 0,-1-3 0,0-2 0,2-5 0,0-2 0,1-2 0,1-4 0,0-4 0,0-1 0,2-5 0,0-1 0,-1-3 0,2-6 0,-1-6 0,-1-5 0,-3-5 0,-1-2 0,-1-3 0,-1-3 0,-1-3 0,0-4 0,-1 0 0,-2 0 0,1 4 0,-2-1 0,0-1 0,-1-1 0,3-2 0,-3 4 0,-1 1 0,0 2 0,-1 2 0,0 0 0,0 2 0,0 3 0,0 0 0,0 6 0,0 1 0,0 0 0,0 4 0,0-1 0,-2 7 0,0 4 0,-1 5 0,1 7 0,1 3 0,-2 4 0</inkml:trace>
  <inkml:trace contextRef="#ctx0" brushRef="#br0" timeOffset="699">1162 673 8979,'4'7'-77,"-2"1"1,-8-7 0,-4 1 76,-4-1 0,-1-1 0,2 0 0,-2 0 0,-2 0 0,-5 1 0,-1 0 0,-2 2 0,-1 1 0,-1 0 0,-1 2 0,1 1 0,0-1 0,5-2 0,3 1 0,3-1 0,3-1 0,3 0 0,1-6 0,11-6 0,2-4 0</inkml:trace>
  <inkml:trace contextRef="#ctx0" brushRef="#br0" timeOffset="1202">873 557 8687,'-6'13'0,"-1"-3"0,-2-1 0,-1 0 0,-3-1 0,1 3 0,-1-2 0,-1 2 0,1 0 0,0 1 0,1-1 0,4 1 0,-1 2 0,3-2 0,2-1 0,2 0 0,-1 3 0,3 1 0,0 0 0,1-2 0,1 0 0,5 0 0,6 0 0,2-3 0,2 0 0,-2-2 0,-1 0 0,-1-2 0,-1 2 0,1-1 0,0 0 0,0 1 0,0 2 0,2 3 0,-3-5 0,1 3 0,-2-1 0,-1-5 0,-4-2 0,-6-7 0,-6 0 0,-4 2 0</inkml:trace>
  <inkml:trace contextRef="#ctx0" brushRef="#br0" timeOffset="2050">1592 166 8699,'0'19'0,"0"-4"0,0-2 0,0 1 0,0-1 0,2 3 0,1 0 0,0 1 0,1 1 0,1 3 0,-1 2 0,1 2 0,1 5 0,0 0 0,1 2 0,-1 2 0,0 1 0,-1 2 0,-1-3 0,1-1 0,1-4 0,-1-1 0,0-3 0,0-1 0,-2-5 0,2-4 0,-1-1 0,4-3 0,2-2 0,1-6 0,0-9 0,1-7 0,-1-2 0,-2-3 0,1-1 0,0-2 0,2-5 0,-2 0 0,0 0 0,1-1 0,-1 1 0,2-2 0,-2-1 0,2 0 0,-1 0 0,0 4 0,-1-1 0,0 0 0,0 1 0,-1 0 0,-1 1 0,-1 3 0,-3 0 0,0 1 0,1 1 0,-1 2 0,0 0 0,-2 7 0,-2 8 0,-5 8 0,0 6 0,1 2 0,-2 1 0,3-2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37.61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558 135 8651,'-13'0'0,"-1"-1"0,-2 0 0,-1-2 0,-3 1 0,2 2 0,-2 0 0,-4 0 0,-3-2 0,-1 0 0,-2 1 0,0 0 0,-1 1 0,1 0 0,0 0 0,2 0 0,1 0 0,4 0 0,3 1 0,2 1 0,4 1 0,-1 4 0,2 0 0,2 1 0,5 0 0,0 1 0,6-8 0,-3-2 0</inkml:trace>
  <inkml:trace contextRef="#ctx0" brushRef="#br0" timeOffset="417">173 0 8720,'-10'5'0,"-1"1"0,4-2 0,-1 4 0,-2 0 0,1 0 0,-1 1 0,0 1 0,0 3 0,-1-1 0,-2 1 0,1 0 0,1 0 0,2 0 0,2 0 0,0-1 0,0 1 0,0 0 0,5 0 0,1 2 0,3 0 0,2-1 0,4-3 0,1-1 0,1 0 0,-1 0 0,2 0 0,0 0 0,1 1 0,1 1 0,0 1 0,0-1 0,-1-1 0,3 1 0,0-1 0,0 0 0,-2 0 0,1-1 0,1-2 0,-2-1 0,2-1 0,-7-2 0,-2-10 0,-6-1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46.78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552 70 8778,'-16'4'-1,"2"1"1,0-3 0,0-1 0,1 0 0,2 0 0,-1 0 0,-2 1 0,1 0 0,-1-1 0,1-1 0,0 0 0,-2 0 0,1 2 0,-1 1 0,2 0 0,0 2 0,-1 3 0,0 1 0,-1 1 0,1 2 0,-2 3 0,0 2 0,0 2 0,-2 2 0,2 0 0,-1 3 0,1 0 0,0 1 0,1 1 0,-1 1 0,2 1 0,2-1 0,1-1 0,0 0 0,1 0 0,0 2 0,2-1 0,2 3 0,1 0 0,1-1 0,2 1 0,-2-3 0,1 0 0,2 1 0,0-1 0,1 0 0,1 4 0,1 3 0,2-2 0,2 2 0,0-3 0,1-1 0,0 0 0,1 1 0,2-1 0,0-2 0,2-2 0,-3-3 0,1-1 0,1 1 0,2-4 0,-1 1 0,1-3 0,0-2 0,2 0 0,0-2 1,0-1 1,1-1 1,-3 1-1,3-1 1,0 1 0,3 1 0,1 0 1,1-1-1,-1-2 0,-1-1 0,3 0 0,1 0 0,1-2-2,-1-2 1,0-2 0,1-3 0,0 0-2,3 0 1,-4-3 0,3-1 0,-1-2-1,0 0 0,1-3 1,-1 0-1,1-1 0,0-2 0,-1 0 0,1-1 0,0-2 0,2-2 0,-2-2 0,0 0 0,-2-1 0,1-1 0,0-2 0,2-4 0,-2 0 0,-2-1 0,-3-2 0,-3-1 0,-2-2 0,-1-1 0,-4 1 0,-3 2 0,-1 2 0,-2 0 0,-2 2 0,1 0 0,-1 1 0,0 0 0,0 0 0,-2 4 0,0 0 0,0-1 0,0 2 0,0 2 0,0 0 0,0-1 0,0-1 0,-1-1 0,-1 0 0,-2 0 0,0 0 0,0 3 0,-1 1 0,-1 0 0,0 1 0,0 2 0,-1 0 0,1 2 0,-1 0 0,0 0 0,-1 0 0,0 1 0,-1-1 0,2 0 0,-1 0 0,0 0 0,-3-2 0,2 0 0,-1 0 0,-2 0 0,2 1 0,0-1 0,-2 2 0,0 0 0,-1 1 0,1 1 0,-1 2 0,0-1 0,1 3 0,0-3 0,2 0 0,-2 3 0,0-1 0,-1 1 0,1-1 0,-3-2 0,0 0 0,0 1 0,2-1 0,0 1 0,-1-1 0,0 3 0,-1 2 0,0 1 0,2-2 0,1 2 0,-1 2 0,2 2 0,0 2 0,0 2 0,-1 2 0,-1 0 0</inkml:trace>
  <inkml:trace contextRef="#ctx0" brushRef="#br0" timeOffset="1634">2271 744 8699,'-12'-2'0,"-1"0"0,0-3 0,-4 3 0,1 0 0,0-1 0,2 2 0,-4-3 0,-1 1 0,-2 2 0,-1-2 0,1 1 0,-3 0 0,-3-1 0,-3 2 0,-2-1 0,0 1 0,-3 1 0,2 0 0,-3 0 0,1 0 0,2 0 0,6 0 0,3 1 0,4 0 0,0 2 0,2 1 0,0-1 0,1 0 0,4-1 0,-2 3 0,9-4 0,-3-1 0,9-3 0</inkml:trace>
  <inkml:trace contextRef="#ctx0" brushRef="#br0" timeOffset="2032">1636 526 8699,'-13'8'0,"0"1"0,0 2 0,0-4 0,1 0 0,-1-2 0,-3 0 0,0 3 0,-1 0 0,2 1 0,2-2 0,0 1 0,-1 2 0,-1 3 0,3 2 0,2 0 0,1 3 0,7-1 0,0 1 0,3-1 0,1-2 0,5-2 0,0 0 0,4 1 0,1 0 0,2 1 0,0 0 0,3-1 0,1 0 0,1 1 0,2 0 0,0-2 0,0-1 0,-1 1 0,-1-1 0,0 0 0,-2-2 0,-2-1 0,-1 0 0,1-3 0,-4 3 0,1 1 0,-6 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56.16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26 544 8818,'-10'7'0,"2"-9"0,3-5 0,3-3 0,1-3 0,2-4 0,1-2 0,0-4 0,2-2 0,1-5 0,3-2 0,1-2 0,1-4 0,-1 7 0,1-2 0,0 3 0,0 3 0,-3 2 0,2 3 0,-3 0 0,-1 4 0,0 1 0,-3 4 0,2-2 0,-2 3 0,2 0 0,-1 3 0,4 0 0,-4 5 0,6 2 0,-3 3 0,5 6 0,-1 3 0,1 7 0,-1-1 0,0-1 0,-1 4 0,-1 3 0,1 1 0,1 4 0,-2-2 0,2 5 0,0 0 0,0 2 0,-1 7 0,2 1 0,-1 1 0,0 0 0,2-3 0,-2-2 0,1-4 0,0-4 0,0-5 0,4-4 0,1-11 0,0-11 0,-3-8 0,-3-12 0,-4-1 0,0-2 0,-2-3 0,2 1 0,-2-3 0,-1 1 0,-1-1 0,1 0 0,-1-1 0,0 0 0,1 0 0,-2 3 0,1 2 0,-1 2 0,-1 4 0,-1 4 0,-1 2 0,1 7 0,-4 5 0,1 7 0</inkml:trace>
  <inkml:trace contextRef="#ctx0" brushRef="#br0" timeOffset="366">886 480 8818,'-13'0'0,"1"0"0,0-2 0,-1 0 0,-2-1 0,3 2 0,-2-1 0,-1 0 0,-1 2 0,-4 0 0,1 0 0,0 0 0,2 2 0,0 3 0,2 0 0,1 2 0,2 0 0,1 1 0,6 0 0,3 4 0,5-2 0</inkml:trace>
  <inkml:trace contextRef="#ctx0" brushRef="#br0" timeOffset="665">757 403 8818,'-13'0'0,"1"0"0,-1 0 0,2-2 0,0 0 0,0 1 0,0-2 0,-2 1 0,4 4 0,-4 6 0,3 5 0,2 6 0,4-2 0,2-2 0,2 1 0,0 1 0,1 2 0,1 0 0,2-2 0,3 0 0,1 0 0,0 0 0,3-2 0,0-2 0,1-2 0,-2 0 0,2-3 0,-1 0 0,1-1 0,1 0 0,-3-4 0,2 3 0,-2-3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58.24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1 109 8910,'1'19'0,"1"1"0,2-8 0,5-3 0,4-6 0,2-2 0,3-1 0,0 0 0,2 0 0,2-2 0,3 0 0,2 0 0,1 2 0,1 0 0,3 0 0,1 0 0,1 0 0,1 0 0,4 3 0,0 1 0,2 2 0,-2 0 0,2 0 0,-1-1 0,-1-1 0,-2 0 0,-3 1 0,0-2 0,0 0 0,-3-1 0,-2-2 0,-5 0 0,-1 0 0,-2 1 0,-3 0 0,-2 1 0,0 0 0,-1-1 0,-2 1 0,-1 0 0,1 3 0,-3 1 0,0 4 0</inkml:trace>
  <inkml:trace contextRef="#ctx0" brushRef="#br0" timeOffset="282">880 0 8849,'0'16'0,"5"-3"0,5-6 0,3-2 0,3-4 0,1 2 0,-1-1 0,-1 0 0,0 3 0,1-1 0,0 3 0,-2 1 0,-3 4 0,-1 4 0,-3 3 0,-2 2 0,-6-1 0,-2 1 0,-3 3 0,-4 3 0,-3 2 0,-2-2 0,-2 0 0,0-2 0,0-5 0,0-3 0,1-2 0,0-7 0,3-6 0,0-1 0,1-1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3:59.89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39 554 8849,'-7'16'0,"-1"-2"0,-1 1 0,0-8 0,6-5 0,1-11 0,4-3 0,1-6 0,1 2 0,-2 0 0,1-1 0,-1 1 0,0 0 0,-2-2 0,2-1 0,1-2 0,-2-3 0,0-1 0,2-1 0,0 0 0,1-2 0,1-2 0,-1 2 0,2 0 0,1 2-4,-1 0 0,3 3 1,-1 0-1,0 1-4,-1 4 1,0 1 0,-2 5 0,0-1-16,0 0 7,-1 3 11,2 1 0,1 7 3,2 4 0,0 6 0,2 8 0,-2 0 1,0-1 0,-1 4 0,2-1 0,0 3 0,-3 0 1,1-1 0,0 2 0,1 2 0,1 3 0,-2 2 0,1 4 0,0 1 0,0 3 0,2-2 0,-1-2 0,0-2 0,-2-4 0,2-4 0,-1-3 0,0-5 0,0-1 0,4-7 0,-1-3 0,1-4 0,2-4 0,-4-5 0,-2-5 0,-3-3 0,-2-2 0,-2-3 0,1 0 0,-1-4 0,0-1 0,-2 0 0,0-5 0,0-4 0,0 0 0,0 2 0,0 1 0,0 3 0,0 1 0,0 4 0,3 6 0,-1 2 0,2 3 0,-3 7 0,5 9 0,-2 9 0</inkml:trace>
  <inkml:trace contextRef="#ctx0" brushRef="#br0" timeOffset="367">616 541 8660,'0'10'0,"3"-3"0,4-5 0,3-1 0,0-1 0,1 0 0,2-1 0,1-1 0,4 1 0,-2-2 0,2 1 0,-1 0 0,0-3 0,1 1 0,0 1 0,-1 1 0,-3-2 0,5 4 0,-3-3 0</inkml:trace>
  <inkml:trace contextRef="#ctx0" brushRef="#br0" timeOffset="618">847 426 8660,'13'-1'0,"-3"2"0,2 6 0,1 2 0,0 0 0,2 2 0,-2-3 0,2 2 0,-2 2 0,-1 2 0,-4-1 0,-1 3 0,-5 0 0,-1 1 0,-4-1 0,-4 1 0,-3 1 0,-2 1 0,-1-2 0,-2-1 0,0-1 0,1-3 0,3-5 0,0-4 0,-3 0 0,-2 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4:22.19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309 27 8660,'-7'-9'0,"-2"0"0,3 7 0,-2-3 0,1 4 0,-3 1 0,1 3 0,-2 2 0,0 3 0,1-1 0,0 4 0,0 1 0,0 2 0,-1 4 0,-4 4 0,0 3 0,-2 5 0,0 4 0,-2 3 0,0 3 0,0 5 0,2 0 0,3 2 0,3-3 0,2-2 0,5-1 0,2 0 0,1-1 0,1-2 0,5-6 0,1 0 0,2-3 0,1 1 0,1-5 0,4 0 0,0-2 0,1 0 0,0-2 0,-2 0 0,0-2 0,0-2 0,-1-2 0,2-3 0,1-2 0,2-1 0,-1-1 0,1-4 0,1-2 0,1-1 0,0-2 0,0-1 0,0-2 0,-2-2 0,-1 0 0,-4-1 0,4 1 0,1-1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4:25.41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202 1 8660,'-12'9'0,"-1"-2"0,0 1 0,0 0 0,2-3 0,1 1 0,-3 3 0,-2 6 0,-1 2 0,3 3 0,3-4 0,2-2 0,2 2 0,0 0 0,2 1 0,1 0 0,3-2 0,0 0 0,0-2 0,3 0 0,0 0 0,5 0 0,3 0 0,-3-4 0,5-2 0,-1-2 0,0-4 0,1 2 0,-3-3 0,-1 6 0,-5 2 0,-6 4 0,-5 0 0,-2-1 0,0 0 0,-3-1 0,2 1 0,-2-1 0,-1 0 0,2-2 0,0-1 0,0-2 0,-1 0 0,2-4 0,1-5 0,5-3 0,4-6 0,4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4:27.99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13 449 9813,'6'13'0,"-2"0"0,-2 0 0,-1 0 0,-1-1 0,0 2 0,0 1 0,0 3 0,0 2 0,0 0 0,0 2 0,2 0 0,0-1 0,0 0 0,-2-3 0,0-2 0,0 0 0,0-3 0,0-3 0,2-7 0,0-5 0,1-10 0,-3-11 0</inkml:trace>
  <inkml:trace contextRef="#ctx0" brushRef="#br0" timeOffset="150">0 238 9813,'1'8'0,"1"1"0,2-5 0,5 4 0,1 0 0,3-1 0,-1 0 0</inkml:trace>
  <inkml:trace contextRef="#ctx0" brushRef="#br0" timeOffset="671">212 385 9813,'0'14'0,"0"1"0,0-2 0,0 2 0,0-1 0,0-2 0,0 1 0,2 1 0,1 0 0,0 1 0,-1 0 0,3-1 0,0 0 0,0 1 0,1 3 0,-1-2 0,-1 0 0,1-1 0,-2-1 0,0-1 0,0 0 0,-2-6 0,1-5 0,-1-9 0,1-3 0,0-5 0,3 1 0,-1-3 0,2-1 0,0 0 0,0 1 0,1 0 0,-1-1 0,1 2 0,-2-2 0,1 3 0,1-2 0,-5 6 0,6 1 0,-4 11 0,-1 7 0,1 4 0,-3 5 0,2 2 0,1 1 0,-2 1 0,2 2 0,0-1 0,0-1 0,2-2 0,-2-2 0,2-2 0,1-1 0,1-3 0,0-7 0,1-12 0,-1-4 0,-1-5 0,-4 2 0,0 0 0,2 0 0,-1 1 0,0-2 0,0 1 0,0 0 0,2 0 0,-2 3 0,1-1 0,2 0 0,1 2 0,2 1 0,-1 6 0,3 4 0,-2 7 0,-1 5 0,-2 3 0,1 3 0,0 3 0,0 1 0,-3 2 0,-1-1 0,1-1 0,0-1 0,0-1 0,-1-2 0,-1-1 0,2-4 0,4-7 0,4-3 0</inkml:trace>
  <inkml:trace contextRef="#ctx0" brushRef="#br0" timeOffset="1466">847 520 9813,'0'18'0,"0"-1"0,-3 2 0,-1-3 0,1 1 0,1 1 0,-1 1 0,1 2 0,0 1 0,1 0 0,1-2 0,0 1 0,1-2 0,1-2 0,0-1 0,5-3 0,-2-6 0,3-6 0,-3-9 0,-2-11 0,-3-1 0</inkml:trace>
  <inkml:trace contextRef="#ctx0" brushRef="#br0" timeOffset="1616">795 225 9813,'0'14'0,"0"-1"0,2 0 0,2-1 0,6 0 0,9-9 0,4 0 0</inkml:trace>
  <inkml:trace contextRef="#ctx0" brushRef="#br0" timeOffset="1867">1103 0 9813,'3'16'0,"-2"-2"0,1 3 0,-1 0 0,-1 0 0,0 4 0,0 1 0,0 5 0,3 3 0,-3 7 0,2 3 0,0 2 0,0 0 0,-1 4 0,1 4 0,-2 0 0,-2 0 0,0-4 0,-1-9 0,0-3 0,1-4 0,2-3 0,2-5 0,4-2 0,-1-10 0,10-1 0,-5-6 0</inkml:trace>
  <inkml:trace contextRef="#ctx0" brushRef="#br0" timeOffset="2252">1392 488 9813,'-9'3'0,"1"-1"0,1-2 0,-3-2 0,-3 6 0,-1 2 0,1 5 0,4 4 0,3 1 0,1 2 0,1 3 0,2 2 0,0-1 0,1-2 0,1 0 0,3-3 0,3-2 0,4-2 0,0-6 0,5-3 0,-1-6 0,-1-4 0,0-4 0,-1-5 0,1-2 0,-3-2 0,2-2 0,-3 0 0,0 0 0,-2 1 0,0 2 0,-3 0 0,0 4 0,-2 0 0,-2 13 0,0 5 0,0 6 0,-2 3 0,1 2 0,-1 2 0,1 2 0,1 0 0,1-2 0,0 0 0,2-2 0,1 0 0,1-2 0,3 0 0,2 0 0,3 0 0</inkml:trace>
  <inkml:trace contextRef="#ctx0" brushRef="#br0" timeOffset="2568">1604 501 9813,'0'12'0,"2"1"0,0 0 0,3-2 0,-1-1 0,1 2 0,-1 0 0,4 4 0,-1 0 0,0 1 0,0 0 0,-1 0 0,-1 3 0,-2 1 0,0 0 0,1-2 0,-2-4 0,0-2 0,-1-3 0,-4-10 0,1-7 0,1-7 0,0-2 0,1-2 0,1-1 0,1 1 0,2 1 0,2-1 0,0 3 0,1 1 0,-1 0 0,3-1 0,-1-1 0,1 1 0,0 2 0,0-1 0,3 3 0,2 2 0,3 0 0,-1 5 0,-6 1 0,-1 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4:31.20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1 142 9813,'3'13'0,"4"-4"0,6-3 0,2-2 0,5-4 0,-1-1 0,0-1 0,0 1 0,1-4 0,-1 1 0,0 1 0,0-3 0,0 2 0,-1 0 0,-1 0 0,-3 2 0,1-2 0,-1 1 0,-4-2 0,-1 2 0</inkml:trace>
  <inkml:trace contextRef="#ctx0" brushRef="#br0" timeOffset="184">181 1 9813,'-3'13'0,"-2"2"0,-1 2 0,-3 2 0,2-2 0,-1 0 0,1 1 0,3 1 0,1 1 0,3 0 0,0 2 0,0 1 0,0-2 0,1 1 0,1-1 0,2 1 0,3-4 0,2-3 0,4-1 0,0-2 0,2 1 0</inkml:trace>
  <inkml:trace contextRef="#ctx0" brushRef="#br0" timeOffset="484">424 123 9813,'-6'13'0,"-1"-3"0,1 1 0,-3 2 0,2 4 0,1-1 0,2 1 0,4-2 0,1 2 0,1 4 0,2 0 0,5 2 0,2-1 0,1-2 0,1 0 0,2-4 0,0-2 0,2-3 0,0-5 0,1-1 0,0-1 0,-1-3 0,0-6 0,0-3 0,-2-4 0,-2-3 0,-3-2 0,-1-3 0,-3-1 0,-2-3 0,-1 1 0,-3-1 0,0-1 0,0 3 0,-3 0 0,-2 1 0,-2 2 0,-1 1 0,-4 4 0,2-1 0,-2 1 0,-1 4 0,0 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4:39.92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7 475 8752,'-3'13'0,"2"1"0,-1 0 0,1 1 0,1 2 0,0 1 0,0 3 0,1 2 0,1 0 0,0 1 0,2-3 0,1 0 0,1-1 0,1-4 0,1-1 0,2-6 0,2-7 0,-1-8 0,-2-7 0,-3-5 0,-1-3 0,-1-2 0,1-2 0,0-1 0,0 1 0,0 2 0,-3-2 0,2 4 0,1 1 0,1 2 0,-3 5 0,4 6 0,-2 7 0,0 7 0,-2 6 0,2 4 0,-1 4 0,0 0 0,0 0 0,1-1 0,0-1 0,1-2 0,0-2 0,0 0 0,5-1 0,0-4 0,-1-4 0,2-8 0,1-4 0,-3-2 0,1-8 0,-3 1 0,-2-3 0,0 0 0,1-1 0,-1-1 0,1 1 0,-3 0 0,0 0 0,-2 2 0,3-1 0,-1 1 0</inkml:trace>
  <inkml:trace contextRef="#ctx0" brushRef="#br0" timeOffset="383">507 501 8697,'-11'0'0,"1"0"0,-2-1 0,0-1 0,-1 1 0,1-3 0,-1 1 0,-2 1 0,0 2 0,3 6 0,5 2 0,3 4 0,1 3 0,2 0 0,3 2 0,3 1 0,3 0 0,0-2 0,2-1 0,2-2 0,0-2 0,-2-2 0,1-3 0,1-2 0,0-2 0,-2-2 0,1-5 0,0-3 0,1-4 0,-1-3 0,-3 0 0,-3 3 0,-1 1 0,-2 0 0,1 1 0,-3-1 0,0 8 0,0 5 0,2 5 0,0 10 0,0 1 0,1 1 0,-2-1 0,3-1 0,-1-2 0,1-1 0,1-4 0,4-2 0,0-9 0,4-3 0</inkml:trace>
  <inkml:trace contextRef="#ctx0" brushRef="#br0" timeOffset="635">732 26 8705,'-1'20'-1,"-1"2"1,0-2 0,-1 4 0,0 0 0,1 1 0,2 3 0,0 2 0,0 2 0,0 3 0,0 2 0,0 5 0,0 0 0,0 1 0,-3 3 0,-1 0 0,-1-2 0,0-2 0,2-3 0,1-10 0,0-4 0,1-5 0,3-6 0,4-5 0,4-3 0</inkml:trace>
  <inkml:trace contextRef="#ctx0" brushRef="#br0" timeOffset="936">963 1 8709,'0'19'0,"0"0"0,0 2 0,0 1 0,0 0 0,2 2 0,2 0 0,2 8 0,-1 2 0,-1 4 0,-3 2 0,1 2 0,-1 2 0,-1 2 0,-3 3 0,0-5 0,-2-4 0,1-5 0,3-5 0,-1-5 0,1-3 0,1-5 0,3-4 0,4-7 0,5-5 0,4-5 0</inkml:trace>
  <inkml:trace contextRef="#ctx0" brushRef="#br0" timeOffset="1186">1193 392 8715,'-15'1'0,"0"1"0,1 2 0,-6 4 0,2 2 0,1 0 0,2 0 0,1-1 0,3-1 0,1 2 0,-2 2 0,2 2 0,1 1 0,5-1 0,4-2 0,4-2 0,5-1 0,3 0 0,2-3 0,1 0 0,-1 1 0,2-1 0,0 1 0,-1 0 0,1 1 0,-1-1 0,-2 2 0,0-2 0,-1 0 0</inkml:trace>
  <inkml:trace contextRef="#ctx0" brushRef="#br0" timeOffset="1485">1296 1 8636,'11'2'0,"0"1"0,3 0 0,-1 1 0,4 3 0,2-1 0,2 1 0,-1 2 0,4 2 0,1 1 0,2 3 0,-1 0 0,1 2 0,-3 3 0,-5 3 0,-1 3 0,-3 1 0,-4 1 0,-4 2 0,-3 0 0,-4 2 0,-1 3 0,-1 1 0,-2 1 0,-5 0 0,-2-1 0,-4-1 0,-1 0 0,-3-1 0,0-4 0,-1 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4:36.60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20 58 8812,'7'6'-4,"-1"-3"0,-6 5-3,0 2 1,0-1 0,0 3 0,0 2 2,0 4 0,0 6 0,2 7 0,0 5 3,-1 5 1,0 6 0,-2 3 0,0 4 0,-1 3 0,-3 2 0,0-1 0,0-6 0,1-5 0,-2-3 0,3-8 0,-1-4 0,2-9 0,1-12 0,2-12 0,1-8 0,2-12 0,-1-8 0,0-7 0</inkml:trace>
  <inkml:trace contextRef="#ctx0" brushRef="#br0" timeOffset="316">77 19 8769,'8'-9'0,"3"3"0,0 2 0,6 5 0,0 1 0,1 2 0,0 5 0,4 2 0,-2 3 0,2 1 0,-5 2 0,-1-1 0,-4 0 0,-3 2 0,-5 2 0,-2 3 0,-2-1 0,-2 0 0,-7 0 0,-6-1 0,-4 1 0,-2 0 0,-1-2 0,-2 0 0,0-5 0,0-4 0,4-2 0,1-3 0,3-2 0,8-1 0,8-3 0,10 3 0,7 1 0,-1 2 0,-1 4 0,-1 2 0,1 3 0,-1 1 0,2 1 0,-1 3 0,-1 2 0,0 1 0,-1-1 0,-1-1 0,2-2 0,1-2 0,-2-6 0,2 0 0,-1-3 0,-1-2 0</inkml:trace>
  <inkml:trace contextRef="#ctx0" brushRef="#br0" timeOffset="702">578 372 8691,'-13'0'0,"2"0"0,0 0 0,-3 0 0,3 1 0,-4 1 0,4 5 0,0 5 0,4 3 0,4 2 0,1 3 0,2 3 0,0 1 0,3 0 0,1 0 0,4-2 0,1-3 0,1-1 0,-2-3 0,4-6 0,1-3 0,-2-7 0,2-3 0,-2-6 0,-1-5 0,2-1 0,-4-4 0,1-1 0,0 0 0,-2 0 0,1 2 0,-3 2 0,1-2 0,-8 13 0,2 4 0,-3 9 0,-2 6 0,0 6 0,0 3 0,1 1 0,1 1 0,1 0 0,2 0 0,0-3 0,0-4 0,4-1 0,4-5 0,4-2 0,3-3 0,-2-6 0,2-6 0,2-1 0</inkml:trace>
  <inkml:trace contextRef="#ctx0" brushRef="#br0" timeOffset="1204">783 417 8691,'0'16'0,"-2"0"0,0 3 0,0-1 0,2 2 0,0-2 0,0 6 0,2 0 0,3 1 0,-2-3 0,2-3 0,0-3 0,0-3 0,0-1 0,2-1 0,-4-5 0,4-7 0,-1-5 0,1-1 0,-3-3 0,1-2 0,0 0 0,0-4 0,0 0 0,0-1 0,2 0 0,1 0 0,1 0 0,-1 0 0,2 1 0,-3 2 0,2 0 0,0-1 0,-1 7 0,3 2 0,-6 10 0,0 7 0,-2 4 0,-1 4 0,0 0 0,-2 0 0,0 1 0,0-1 0,0-2 0,0-1 0,0 0 0,4-7 0,2-4 0,3-10 0,3-6 0,0-5 0,-2-2 0,-1-4 0,1 1 0,-1 1 0,-1 2 0,-1 3 0,0 2 0,-1 0 0,1 7 0,2 6 0,-2 6 0,1 7 0,-1 2 0,0 2 0,-1 0 0,1 1 0,0 1 0,1 2 0,-1 0 0,0-2 0,-2 0 0,0-2 0,-2 1 0,1-3 0,-1-1 0,-1-1 0,1 0 0,0-3 0,4 0 0</inkml:trace>
  <inkml:trace contextRef="#ctx0" brushRef="#br0" timeOffset="1933">1585 571 8705,'-13'-1'0,"0"-4"0,0-2 0,0-6 0,0 1 0,-2 2 0,1 3 0,0 6 0,2 5 0,1 5 0,3 3 0,-3 3 0,0 3 0,1 2 0,1 3 0,3 3 0,0-1 0,2-2 0,1-1 0,3-3 0,1-2 0,4-2 0,0-7 0,6-5 0,3-4 0,2-6 0,2-5 0,2-8 0,-1-3 0,0-4 0,0-3 0,1-2 0,-1-3 0,0-4 0,-3-2 0,-3-5 0,-2 0 0,-2-1 0,-1 0 0,-3 3 0,-1 4 0,-1 3 0,-1 5 0,-2 5 0,-1 3 0,-1 3 0,1 8 0,-4 5 0,3 10 0,0 7 0,-1 4 0,2 7 0,-1 4 0,1 4 0,1 4 0,0 3 0,0 3 0,0 1 0,0 2 0,0 2 0,0 3 0,0 0 0,0-2 0,0 1 0,0-5 0,0-3 0,0-2 0,3-8 0,2-7 0,3-8 0,3-7 0,2-7 0,1-3 0,0-3 0,-2-5 0,4 0 0,-3-3 0</inkml:trace>
  <inkml:trace contextRef="#ctx0" brushRef="#br0" timeOffset="2169">1854 513 8705,'-11'-3'0,"1"1"0,2 5 0,-1 3 0,2 4 0,4 2 0,1 2 0,1 1 0,1 2 0,0 1 0,0 1 0,1 1 0,1-1 0,2-3 0,4-1 0,0-1 0,6-3 0,-1-2 0,3-5 0,-4-7 0,0-5 0,-2-5 0,-2-2 0,0-4 0,0-4 0,0 1 0,0-3 0,-1 1 0,-1 1 0,-1 2 0,-1 3 0,-2 0 0,1 1 0</inkml:trace>
  <inkml:trace contextRef="#ctx0" brushRef="#br0" timeOffset="2652">2053 533 8673,'0'12'0,"0"1"0,0 0 0,0 0 0,0 0 0,1 2 0,0 0 0,2 0 0,1 0 0,-1 0 0,2 1 0,-1 0 0,-2-2 0,3 2 0,-3 1 0,3-4 0,-4-9 0,3-11 0,-1-6 0,-2-4 0,3 0 0,0 0 0,1-2 0,-1 0 0,2-1 0,-2 3 0,2 1 0,0 1 0,1-1 0,-1 1 0,1 1 0,0 3 0,1 3 0,-3 7 0,1 5 0,-2 6 0,-3 2 0,2 4 0,-1 1 0,0 2 0,1 2 0,-2-1 0,3 2 0,-1-2 0,1-1 0,0-3 0,1-1 0,2-1 0,-2-8 0,6-4 0,-3-10 0,1-7 0,-2-2 0,-1 0 0,0-1 0,1 1 0,-1 0 0,1 0 0,-1 3 0,1-1 0,-1 1 0,4 3 0,3 2 0,-1 5 0,1 8 0,-3 5 0,-1 2 0,-1 5 0,2 1 0,-1 2 0,-1 0 0,1 0 0,0 0 0,-1 0 0,-1-2 0,-3-1 0,0-3 0,3-1 0,0-2 0,3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04.02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147 138 8613,'0'-10'0,"0"0"0,0 3 0,-4-6 0,-1 2 0,-3 4 0,-2 5 0,1 2 0,-3 2 0,1 4 0,0 1 0,4 3 0,-1 1 0,0 1 0,1 0 0,-1 5 0,1 1 0,2 2 0,-2 2 0,2 1 0,-1 0 0,1 0 0,2 0 0,3 1 0,0 1 0,0 1 0,3-1 0,3-3 0,3-1 0,1-3 0,4-5 0,1-2 0,2-2 0,0-5 0,0-4 0,0-5 0,2-6 0,0-5 0,-2-5 0,1-4 0,-1-3 0,-2-2 0,-2-4 0,-1 1 0,-2 1 0,-3 0 0,-3 2 0,-4 2 0,-1 2 0,-1-1 0,-3 7 0,-2-1 0,-1 5 0,0 3 0,1 2 0,-1 1 0,0 0 0,1 1 0,1 3 0,1 0 0,7 5 0,-1-3 0</inkml:trace>
  <inkml:trace contextRef="#ctx0" brushRef="#br0" timeOffset="519">546 85 8575,'3'12'0,"-2"2"0,1-1 0,-1 1 0,0-1 0,1 0 0,0 1 0,0 0 0,2 2 0,1 1 0,0 2 0,0 1 0,-1-2 0,2 1 0,-2 0 0,0-2 0,-1 0 0,-1 1 0,0 3 0,1-5 0,-3-1 0,0-8 0,-1-4 0,-1-11 0,0-4 0,-1-3 0,3-2 0,0-2 0,0-1 0,3 2 0,0-1 0,1 0 0,-1 2 0,3-2 0,-2 0 0,1 1 0,1-1 0,-1 1 0,2 3 0,1-1 0,0 1 0,-1 0 0,1 3 0,0 1 0,-1 3 0,2 0 0,1 0 0,3 1 0,-1 2 0,1 2 0,0 0 0,-1 2 0,1-2 0,-3 2 0,3 1 0,-4 1 0,2 2 0,-6-1 0,-3 6 0,-1-2 0,-1 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05.87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5 241 8742,'-4'-4'0,"3"10"0,4 8 0,2 4 0,-3 2 0,3 4 0,-1 2 0,0 2 0,0 4 0,2 2 0,-1 0 0,-2 0 0,2-2 0,-2-6 0,-2-2 0,0-3 0,-1-10 0,0-9 0,0-9 0,0-7 0,3-2 0,0-2 0,1-2 0,2-3 0,1 1 0,0 1 0,-1 0 0,-1 0 0,0 0 0,4-1 0,0 0 0,1 1 0,1-2 0,-4 5 0,1 2 0,0 2 0,-1 1 0,1 2 0,0 7 0,-1 8 0,-2 8 0,1 5 0,-4 0 0,1 2 0,0 1 0,-2 0 0,2 3 0,0 0 0,0 0 0,0 0 0,-1 0 0,1 0 0,1 0 0,-2-3 0,1-2 0,-2-3 0,2-2 0,-1 1 0,3-4 0,-3-7 0,3-7 0,1-7 0,-1-5 0,-1-7 0,0 0 0,0 0 0,1-4 0,3-1 0,0-2 0,0 0 0,2-1 0,1 0 0,0 1 0,0 2 0,2 5 0,-3 6 0,-1 3 0,2 6 0,-1 8 0,-3 8 0,0 9 0,-5 6 0,0 3 0,-1 1 0,1 3 0,1-2 0,-2 2 0,0 1 0,2 0 0,-1-1 0,1-1-1,0-1 0,-2-4 0,3-1 1,-1-6-2,2-3 1,0-4 0,3-5 1,1-5 0,3-11 0,-1-5 0</inkml:trace>
  <inkml:trace contextRef="#ctx0" brushRef="#br0" timeOffset="385">711 241 8620,'0'16'0,"0"-3"0,0 0 0,0 3 0,0 0 0,1 3 0,1-2 0,0 1 0,4 1 0,-1 0 0,2 2 0,1 1 0,0 4 0,-1-3 0,0 4 0,-2 3 0,2 1 0,-3-1 0,1-2 0,1-3 0,-4-3 0,3-2 0,0-10 0,3-5 0,0-8 0,2-7 0,0-5 0,0-3 0,1-5 0,-2-6 0,2-2 0,0-3 0,2-1 0,-2 3 0,-1 4 0,-1 0 0,-1 1 0,2-5 0,-1 4 0,-1 2 0,-2 1 0,-4 5 0,3 2 0,-3 6 0,2 0 0</inkml:trace>
  <inkml:trace contextRef="#ctx0" brushRef="#br0" timeOffset="587">842 65 8620,'-3'-17'0,"1"2"0,-4 1 0,7 3 0,1 3 0,1 8 0,6 8 0,-3 4 0,-1 2 0,3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07.98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8621,'0'16'0,"0"-8"0,1 1 0,5-6 0,0 0 0,5-4 0,1-1 0,0-1 0,1 0 0,3 1 0,2-4 0,-2 3 0,2 0 0,-1 3 0,-2-3 0,0 0 0,-3 2 0,-2 3 0,-5 1 0,-5 4 0,-5 1 0,-5 2 0,-2-3 0</inkml:trace>
  <inkml:trace contextRef="#ctx0" brushRef="#br0" timeOffset="232">54 169 8621,'0'19'0,"-3"-4"0,2-3 0,2-5 0,7-2 0,4-2 0,4-6 0,3-1 0,1 0 0,1 0 0,-6 4 0,0 0 0,1 0 0,-1 0 0,0 0 0,1 0 0,-1 4 0,0 1 0,-6 1 0,-2 2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09.83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0 799 8621,'5'-9'0,"-2"6"0,1 4 0,4 1 0,0-3 0,5-2 0,3 1 0,5 2 0,0 0 0,0 0 0,-3 0 0,1 0 0,2 0 0,-3 0 0,0 0 0,-5-4 0,-9 3 0,-4-2 0</inkml:trace>
  <inkml:trace contextRef="#ctx0" brushRef="#br0" timeOffset="750">691 776 8621,'0'-12'0,"4"4"0,3 7 0,2 2 0,5 0 0,0 2 0,3-2 0,3-1 0,3 0 0,3 0 0,2 0 0,2 0 0,4 0 0,3 0 0,2 0 0,2 0 0,3 0 0,0 0 0,1 0 0,1 3 0,1-1 0,-3 2 0,-5 0 0,-3 0 0,-3-1 0,-4 1 0,-2 0 0,-1-3 0,-4 0 0,-4-1 0,-1 0 0,-2 0 0,0-1 0,1-1 0,-6-2 0,-5-4 0,-6 4 0,-9 1 0,-2 9 0,-3 3 0</inkml:trace>
  <inkml:trace contextRef="#ctx0" brushRef="#br0" timeOffset="1366">630 62 8621,'-8'-4'0,"5"1"0,3 6 0,6 0 0,7 3 0,2-1 0,0 1 0,0 2 0,2 1 0,0 2 0,0 2 0,3 0 0,0 2 0,-1 3 0,-2-1 0,0 5 0,-2 1 0,-2 1 0,-5 5 0,0-4 0,-5 0 0,-2-1 0,-4 0 0,-2 0 0,-3 2 0,-2-1 0,-2-5 0,-4-2 0,1-3 0,0-2 0,-3-3 0,0-4 0,1-5 0,1-2 0,0-5 0,1-5 0,0-3 0,-1-3 0,4-2 0,2 2 0,2-1 0,3 1 0,2 3 0,4 2 0,1-2 0,3 3 0,6 1 0,1 1 0,3 1 0,3 1 0,1-1 0,0 0 0,3 1 0,3-4 0,-1 2 0,2-2 0</inkml:trace>
  <inkml:trace contextRef="#ctx0" brushRef="#br0" timeOffset="1717">1090 1 8621,'12'3'0,"-2"2"0,-1 2 0,-4 1 0,0-1 0,1 2 0,1 1 0,1 0 0,2 6 0,0 3 0,-1 5 0,2 4 0,0 7 0,-2 2 0,0 3 0,-2 4 0,1-4 0,0-3 0,-1-3 0,-2-7 0,0-6 0,1-6 0,1-3 0,2-6 0,0-6 0,1-7 0,3-5 0,-3-7 0,1-3 0,0-3 0,-3-3 0,3 1 0,0-1 0,-1-1 0,1-3 0,-2 4 0,2-1 0,-2 1 0,-1-4 0,0 4 0,1 2 0,1 4 0,-4 3 0,2 4 0,-2 1 0,1 1 0,-2 6 0,0 7 0,-3 7 0,2 5 0</inkml:trace>
  <inkml:trace contextRef="#ctx0" brushRef="#br0" timeOffset="2235">714 952 8621,'8'6'0,"-1"-1"0,2 0 0,2 2 0,4 1 0,1 2 0,2 1 0,0-1 0,0 1 0,3 3 0,-3 5 0,-1 1 0,-1 1 0,-2 2 0,-2 3 0,-4 2 0,-5 2 0,-2 0 0,-2 0 0,-1-2 0,-3-5 0,-6 0 0,-2-3 0,-3 1 0,-2-4 0,-3-2 0,3-8 0,1-2 0,1-3 0,-1-2 0,1-3 0,3-5 0,4-4 0,-1-5 0,6-1 0,0-1 0,1 0 0,3 0 0,3 2 0,3-2 0,3 0 0,1-1 0,1-1 0,1 1 0,0 2 0,2 0 0,3 2 0,1 1 0,3 3 0,-1 1 0</inkml:trace>
  <inkml:trace contextRef="#ctx0" brushRef="#br0" timeOffset="2571">1151 1068 8621,'-7'-16'0,"1"7"0,3 1 0,5 3 0,7-1 0,2 1 0,1-1 0,1-1 0,3 0 0,-1 2 0,0 3 0,1 1 0,-1 1 0,0 0 0,1 0 0,-4 3 0,0 3 0,-1 3 0,-1 1 0,-2 4 0,0-2 0,-1 3 0,-2 0 0,2 1 0,-2 2 0,1 3 0,-1 1 0,2 0 0,-2 0 0,2 0 0,0 2 0,1 0 0,0-3 0,-1-3 0,1-2 0,1-4 0,0-1 0,1 0 0,5-3 0,0-1 0,0-2 0,3-5 0,-1-4 0,-2 0 0</inkml:trace>
  <inkml:trace contextRef="#ctx0" brushRef="#br0" timeOffset="2783">1543 983 8621,'-13'0'0,"1"1"0,0 2 0,0 2 0,0 1 0,-1 3 0,1 1 0,1 3 0,-2 2 0,2 2 0,-1 3 0,-2 2 0,2 4 0,-1 7 0,0 3 0,-2 1 0,0-2 0,0-2 0,2-5 0,0-5 0,4-4 0,-2-6 0,3-1 0,0-1 0,1 3 0,-1-2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14.00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0 239 8621,'0'15'0,"0"-3"0,4-2 0,5-5 0,5-2 0,2-2 0,3-1 0,-2-1 0,1-2 0,3 3 0,-3-4 0,0 2 0,0-1 0,-1 0 0,3 1 0,-1-1 0,-4 1 0,-2 3 0,1 1 0,-7 6 0,0 4 0</inkml:trace>
  <inkml:trace contextRef="#ctx0" brushRef="#br0" timeOffset="540">560 1 8621,'10'1'0,"-3"1"0,-2 3 0,2 2 0,0-2 0,6 1 0,-1-1 0,2 2 0,-2 1 0,-1 0 0,2 2 0,0 1 0,2 2 0,0 3 0,0 1 0,0 5 0,-1 3 0,2 1 0,-5 3 0,3 4 0,-2 0 0,-2-1 0,-2 0 0,-1-2 0,-2-1 0,-2-1 0,-3-2 0,-3 1 0,-2 0 0,-2 0 0,-4-5 0,-2-3 0,-1-3 0,-2-4 0,1-6 0,0 0 0,-1-5 0,1-1 0,0-7 0,-1-3 0,2-5 0,1-6 0,2 0 0,4-7 0,2-2 0,2-2 0,2 0 0,2-1 0,2 1 0,2 2 0,4 1 0,3 1 0,2-1 0,2 0 0,2 1 0,0 3 0,2 1 0,-1 1 0,3 0 0,-4 1 0,1 4 0,0 6 0,-1 5 0,-3 3 0,0 0 0,1 2 0,-4 2 0,-1 6 0,-4 3 0</inkml:trace>
  <inkml:trace contextRef="#ctx0" brushRef="#br0" timeOffset="953">1174 55 8621,'6'5'0,"-1"0"0,-3 0 0,3 3 0,0 3 0,3 2 0,-1 2 0,-2 3 0,3 5 0,-1 6 0,2 3 0,0 4 0,-3 4 0,-1 3 0,0 1 0,0 3 0,1 0 0,-4-4 0,1-6 0,0-5 0,1-8 0,2-8 0,2-5 0,-2-5 0,4-10 0,-1-3 0,-1-5 0,0-9 0,1-3 0,3-5 0,-1-2 0,0-2 0,1 0 0,-1 0 0,-2 1 0,1 3 0,-1 1 0,1 1 0,0 0 0,-2 2 0,0 0 0,-1 3 0,1 2 0,-3 4 0,0 0 0,1 2 0,2-1 0,2 7 0,-4 4 0,2 9 0,-5 4 0,2 6 0,-3 0 0,1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16.00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219 0 8621,'-7'15'0,"2"1"0,-1-1 0,0 1 0,0 2 0,-1 2 0,1 3 0,2 1 0,0 1 0,2 3 0,2 2 0,0 1 0,0 0 0,0-4 0,0-1 0,0-3 0,3-3 0,-1 1 0,3-6 0,1-3 0,1-3 0,4-5 0,1 0 0</inkml:trace>
  <inkml:trace contextRef="#ctx0" brushRef="#br0" timeOffset="633">20 177 8621,'-10'3'0,"3"2"0,4-2 0,7 0 0,7-6 0,5-2 0,3 2 0,2 0 0,-1 3 0,2 0 0,-2 0 0,2 0 0,2 0 0,0 3 0,1-1 0,0 2 0,-1 0 0,-2 0 0,1 1 0,-5 0 0,-2-2 0,-3 1 0,-1-3 0,-1 1 0,-7-4 0,-2-4 0,-6 0 0,-5-2 0,-3 0 0,-7 4 0,-1 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18.68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254 54 8656,'-8'0'10,"-3"0"-8,10 0 0,7-2-2,7-1 0,3 0 0,0 3 1,-1-2-1,0-1 0,1 1 0,0 2 0,1 0 0,1 0 0,3 0 0,0 0 0,2 0 0,2 0 0,0-3 0,3 1 0,1-1 0,1 0 0,0 1 0,-1-2 0,-1 0 0,1 3 0,1-3 0,1 2 0,-1-1 0,1 0 0,0 2 0,-1-2 0,1 2 0,0 1 0,0 1 0,-1 1 0,0 1 0,-2 2 0,-1-4 0,-2 3 0,1-2 0,-1 1 0,-2-1 0,0-1 0,1 1 0,2 1 0,-2 2 0,1-3 0,-1 1 0,-1 0 0,1-2 0,0 2 0,0-2 0,-2 2 0,-1-2 0,2 1 0,0 0 0,0 1 0,-2-2 0,-1 4 0,-1-2 0,1-1 0,-3-1 0,2-1 0,-2 0 0,1 0 0,1-3 0,-2 0 0,2 1 0,1-2 0,-3 3 0,1-4 0,-2 2 0,-1 1 0,3 1 0,1-1 0,-1-1 0,1 2 0,3 0 0,-3 1 0,2 0 0,-1 0 0,0 0 0,0 0 0,-2 0 0,-2 0 0,2 0 0,0 0 0,0 0 0,1 0 0,-3 0 0,2 0 0,-1 0 0,1 0 0,-2 0 0,2 0 0,-2 0 0,0 0 0,0 1 0,1 0 0,1 2 0,-1-1 0,0-1 0,0 1 0,1 1 0,-1-2 0,-1 0 0,-1 0 0,1 1 0,-1 0 0,1 1 0,2-3 0,3 0 0,-3 0 0,1 0 0,0 0 0,-3 0 0,3 0 0,0 0 0,-6 0 0,3 0 0,2 0 0,-7 1 0,2 1 0,0-1 0,-10 5 0,-3-3 0,-10-1 0,-9-2 0</inkml:trace>
  <inkml:trace contextRef="#ctx0" brushRef="#br0" timeOffset="1018">223 139 8754,'0'15'0,"0"-2"0,0 0 0,0-1 0,0 4 0,0-1 0,0-2 0,0 0 0,0 1 0,0 3 0,0 4 0,0 4 0,-2 4 0,-1 4 0,0 2 0,1 7 0,-1 4 0,-2 5 0,1 1 0,-1-1 0,3-3 0,1-1 0,1-4 0,0-5 0,0-6 0,0-9 0,1-9 0,1-3 0,-1-6 0,2-14 0,-3-6 0,-3-1 0,-1 5 0,-1 0 0,-1-2 0,1-1 0,-2-2 0,-1-1 0,0-1 0,0-1 0,-2 2 0,0-1 0,1 1 0,0 2 0,2 1 0,-2 2 0,-1 1 0,0 4 0,-2 5 0,0 5 0,0 6 0,3 4 0,3 4 0,4 7 0,-3 0 0,1 2 0,0 0 0,2 0 0,0-3 0,1-1 0,1-2 0,0-1 0,0-4 0,3-3 0,1-4 0,4-5 0</inkml:trace>
  <inkml:trace contextRef="#ctx0" brushRef="#br0" timeOffset="1437">400 453 8687,'0'16'0,"0"-6"0,1-1 0,1 1 0,3-4 0,3 0 0,2-1 0,2 0 0,4-1 0,-2 0 0,-1 1 0,1-1 0,-2 2 0,1-1 0,0 1 0,-4 3 0,1 2 0,-4 1 0,-4 2 0,-1 0 0,-1 3 0,-1 0 0,-1 1 0,-3 2 0,-6-2 0,-1-1 0,-3-1 0,0-1 0,-1-3 0,1-1 0,-3-6 0,0-3 0,7-1 0,9-4 0,9-1 0,5-1 0,3 2 0,0 3 0,0 0 0,1 0 0,-1 0 0,0 0 0,2 0 0,0 0 0,2 0 0,3 0 0,-2 0 0,0 3 0,4 2 0</inkml:trace>
  <inkml:trace contextRef="#ctx0" brushRef="#br0" timeOffset="2217">929 407 8687,'8'-4'0,"0"4"0,-1 5 0,-1-1 0,-1 1 0,3 1 0,5 1 0,2 1 0,-4 0 0,1 0 0,-2 1 0,0 2 0,0 3 0,-2 1 0,-1 3 0,-2 1 0,2 5 0,-3 3 0,0 2 0,-1-1 0,-2 2 0,-1 4 0,-1-3 0,-2-2 0,-1-3 0,-4-6 0,0-3 0,-2-3 0,0-4 0,-3-5 0,0-2 0,2-3 0,0-4 0,0-3 0,1-5 0,-3-3 0,2-2 0,0-2 0,0-4 0,1-2 0,3 2 0,2 0 0,2 0 0,3 1 0,3 0 0,2 2 0,2-1 0,5 2 0,2 1 0,4 3 0,2 2 0,0-2 0,3 3 0,-1 0 0,-1 2 0,-2 2 0,-3 0 0,2 0 0,-2 4 0,3 1 0,-4 3 0</inkml:trace>
  <inkml:trace contextRef="#ctx0" brushRef="#br0" timeOffset="2583">1413 246 8687,'4'-8'0,"3"6"0,-2 4 0,-1 9 0,1 7 0,-2 2 0,-1 1 0,1 5 0,0 3 0,-2 3 0,0 4 0,-1 5 0,0 2 0,-1 3 0,-1 0 0,-1-1 0,-3-1 0,1-2 0,2-3 0,0-9 0,3-9 0,0-4 0,4-9 0,7-4 0,5-9 0</inkml:trace>
  <inkml:trace contextRef="#ctx0" brushRef="#br0" timeOffset="2884">1728 453 8687,'-7'-8'0,"-3"7"0,-2 8 0,0 2 0,0 0 0,-2-3 0,1 0 0,0-1 0,-2 0 0,0 1 0,-1-1 0,1 1 0,0 1 0,-1 1 0,1 2 0,0 0 0,0 3 0,2-1 0,3 2 0,5-3 0,3 4 0,2-2 0,3 0 0,4-3 0,2-1 0,5-2 0,-1-1 0,1-1 0,1 1 0,1-2 0,-1 0 0,0 0 0,1 1 0,-1-4 0,1 2 0,-1-2 0,3 1 0,0 1 0,-4 3 0,-3-2 0</inkml:trace>
  <inkml:trace contextRef="#ctx0" brushRef="#br0" timeOffset="3170">1850 614 8687,'8'8'0,"-1"6"0,-2 1 0,-2 1 0,-3 0 0,0 1 0,1 1 0,1 5 0,1 1 0,-1 3 0,-1-2 0,1 0 0,0 0 0,1 0 0,-3-2 0,0-3 0,1-4 0,1-3 0,-1-9 0,2-5 0,-3-6 0</inkml:trace>
  <inkml:trace contextRef="#ctx0" brushRef="#br0" timeOffset="3536">1919 653 8687,'8'-8'0,"0"0"0,0 4 0,3 2 0,-2 1 0,4 1 0,0 0 0,-1 0 0,2 1 0,2 1 0,-1 0 0,1 3 0,-2 1 0,-3 1 0,1 1 0,-4 3 0,-4-1 0,-4 5 0,-6 0 0,-2 4 0,-3-4 0,-3-3 0,0 1 0,-2-1 0,2 0 0,1-2 0,-1-1 0,1-1 0,2-1 0,7 4 0,9-1 0,6-1 0,1 0 0,0-1 0,0 2 0,0 0 0,-2 3 0,0-2 0,-2 0 0,0 0 0,-3 3 0,-1-2 0,0 3 0,-5-1 0,-4-1 0,-3-3 0,-2-1 0,-2-2 0,-3-2 0,-2-3 0,0-1 0,-3-1 0,-3 0 0</inkml:trace>
  <inkml:trace contextRef="#ctx0" brushRef="#br0" timeOffset="3983">2257 384 8687,'-5'12'0,"0"-2"0,5-5 0,3-2 0,6-2 0,3-2 0,2-1 0,3-1 0,2-1 0,2 2 0,2-1 0,0 0 0,0 0 0,3 1 0,1 2 0,1 0 0,-3 0 0,-2 0 0,-2 0 0,-3 1 0,-2 1 0,-4 0 0,-2 3 0,-5 7 0,-1 4 0</inkml:trace>
  <inkml:trace contextRef="#ctx0" brushRef="#br0" timeOffset="4150">2464 376 8687,'-4'16'0,"0"0"0,2 1 0,-1 2 0,-2 0 0,1 2 0,-2 2 0,2 0 0,1 0 0,0 3 0,3 1 0,-1 2 0,-1 2 0,1 2 0,-2-2 0,2 1 0,1-1 0,0 0 0,0-6 0,0-3 0,0-2 0,4-5 0,0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24.88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268 16 8687,'4'-8'0,"0"4"0,-4 1 0,-6 6 0,-2 4 0,0 5 0,-4-2 0,2 5 0,0-3 0,-1 0 0,2 1 0,-2 2 0,1 1 0,0-1 0,0 0 0,2-2 0,0-1 0,1-1 0,2 0 0,4-1 0,6 0 0,5 0 0,6-3 0,-2-1 0,-2-1 0,2-1 0,0 2 0,0-1 0,1-2 0,-5 2 0,2-3 0,-4 6 0,-6-1 0,-4-2 0,-7 2 0,0-2 0,-1 0 0,-4-1 0,2 2 0,0-1 0,-5-1 0,2 2 0,2-1 0,3-2 0,5 2 0,4-2 0,1 5 0,4-2 0,4 4 0,-1 0 0,1 0 0,0-2 0,2 3 0,0-3 0,-1 0 0,0 0 0,-1 2 0,-1 0 0,0 1 0,-2-1 0,-2 0 0,-6 2 0,-2-1 0,-4 0 0,-2-2 0,-1 1 0,-2 0 0,-1-2 0,-2 0 0,-2 0 0,-1-1 0,1 1 0,-2 0 0,3-2 0,2 0 0,2 0 0,1-1 0,3 2 0,1 1 0,5 0 0,1 3 0,3 0 0,3 2 0,2 0 0,2 1 0,4-1 0,2 1 0,1 2 0,1 1 0,4-1 0,2-1 0,2 1 0,2 2 0,2-2 0,2 0 0,0-3 0,2-2 0,1 1 0,2-1 0,-2-3 0,-2-2 0,-4 0 0,-2-3 0,-1-1 0,-3 2 0,-3-3 0,1 5 0,-9-5 0,-5 6 0,-8-3 0</inkml:trace>
  <inkml:trace contextRef="#ctx0" brushRef="#br0" timeOffset="648">1012 39 8687,'-11'3'0,"0"3"0,2 1 0,0 3 0,-2 1 0,2 1 0,-2 1 0,0 5 0,-1 3 0,-2 1 0,2 2 0,0 0 0,1 3 0,2 0 0,-1 5 0,1 3 0,3 1 0,2 3 0,1-3 0,3 6 0,1-1 0,2 0 0,1-3 0,4-5 0,2-3 0,0-1 0,6 0 0,0-5 0,0-1 0,0-5 0,0-5 0,1-4 0,2-3 0,1-3 0,-2-3 0,1-3 0,0-2 0,-1-8 0,-3-4 0</inkml:trace>
  <inkml:trace contextRef="#ctx0" brushRef="#br0" timeOffset="881">1143 338 8687,'4'11'0,"1"-3"0,0 0 0,6-4 0,7-4 0,0 0 0,1 0 0,1-1 0,4-1 0,0-3 0,2 1 0,2-3 0,-3 3 0,-2 0 0,-2 1 0,-4-1 0,2 3 0,-4-2 0</inkml:trace>
  <inkml:trace contextRef="#ctx0" brushRef="#br0" timeOffset="1097">1319 162 8687,'-12'13'0,"2"-1"0,2 2 0,0 1 0,1 0 0,1 1 0,1 2 0,3 2 0,0 5 0,1 1 0,1-2 0,3 5 0,3 0 0,1 4 0,3-1 0,0-1 0,2-2 0,0-3 0,0-2 0,0 0 0,4-6 0,-1-2 0,1-2 0,-1-6 0,0-6 0,1-1 0,-1-1 0,4 0 0,0 0 0</inkml:trace>
  <inkml:trace contextRef="#ctx0" brushRef="#br0" timeOffset="1350">1703 93 8687,'12'7'0,"-1"1"0,-3 1 0,0 0 0,-1 1 0,2 0 0,1-1 0,3 1 0,1 3 0,4 2 0,0 0 0,0 1 0,1 2 0,-3 2 0,2 7 0,-3 4 0,-2 4 0,-2 6 0,-4 5 0,-2 2 0,-2 2 0,-6 3 0,-3 0 0,-3-5 0,-4-5 0,-5-8 0,-2-3 0,-3-6 0,0-5 0,-3-8 0,2 5 0,-2-1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29.83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307 407 8687,'3'15'0,"-2"-2"0,2 0 0,-3-7 0,-3 2 0,-1-2 0,-4 2 0,1-1 0,-1 1 0,-2 0 0,0-1 0,-1 1 0,4 1 0,-1 1 0,1-1 0,1 3 0,1-1 0,3 0 0,0 0 0,1 1 0,2-3 0,1-1 0,3 2 0,5-5 0,1 2 0,1-3 0,-2 1 0,2-1 0,-1 0 0,-1-2 0,-2 3 0,-4 1 0,-2 4 0,-4 0 0,-2 1 0,-4-1 0,-2 0 0,0-1 0,-1 2 0,1-1 0,0 1 0,1 0 0,0-3 0,2 3 0,-1-3 0,4 0 0,1-1 0,6 1 0,2 0 0,5-1 0,1 1 0,2 0 0,-3 3 0,-5 2 0,-1-1 0,-5 0 0,-2 2 0,-2-2 0,-4 0 0,-2 0 0,-1 0 0,-2 1 0,-3 3 0,-2 2 0,0 2 0,-2 0 0,-2-1 0,1 1 0,2 0 0,1-3 0,4 1 0,2-3 0,3-2 0,3-1 0,1-2 0,3 2 0,3 3 0,3 0 0,3-2 0,0-1 0,2-1 0,2 2 0,1-2 0,2 1 0,3 2 0,1-2 0,3 1 0,1-1 0,-2 0 0,6 3 0,-1-2 0,1 0 0,2 0 0,-1 1 0,-1-3 0,1 0 0,2 0 0,-4 0 0,2-2 0,-3 2 0,-3-2 0,0 0 0,-4 1 0,0 0 0,-4-1 0,-3 0 0,-1-1 0,-4-4 0,-4 6 0,-4-1 0</inkml:trace>
  <inkml:trace contextRef="#ctx0" brushRef="#br0" timeOffset="1683">890 591 8687,'-4'-8'0,"-4"6"0,3 4 0,-2 6 0,0 0 0,0 3 0,-1 1 0,1 4 0,-2 2 0,-1 2 0,1 2 0,-2 3 0,1 2 0,0 4 0,0 7 0,2 0 0,0 0 0,0 1 0,4-2 0,2 4 0,1-3 0,1-2 0,6-2 0,2-4 0,3-2 0,3-5 0,3-4 0,2-4 0,0-3 0,-1-5 0,3 0 0,-2-4 0,-1-2 0,1 0 0,-1-4 0,-3-1 0</inkml:trace>
  <inkml:trace contextRef="#ctx0" brushRef="#br0" timeOffset="1902">1075 829 8687,'3'12'0,"2"-2"0,6-5 0,4-2 0,2-6 0,3-2 0,2-2 0,3-1 0,-1 1 0,1-1 0,-1 1 0,-1 2 0,-3-2 0,-1 6 0,-4-2 0</inkml:trace>
  <inkml:trace contextRef="#ctx0" brushRef="#br0" timeOffset="2102">1228 691 8687,'-8'20'0,"0"0"0,-2-2 0,0-1 0,0 2 0,2 0 0,1 1 0,2 1 0,-1 1 0,4 1 0,0 0 0,1 0 0,4 3 0,0-1 0,1 0 0,2-1 0,2 1 0,2-1 0,1-2 0,1 0 0,0-6 0,4-1 0,-1-3 0,0-3 0,1-1 0,-1-1 0,0-2 0,4-5 0,1-4 0</inkml:trace>
  <inkml:trace contextRef="#ctx0" brushRef="#br0" timeOffset="2351">1550 652 8687,'5'9'0,"1"1"0,0 1 0,3 3 0,1-1 0,1-4 0,-1 2 0,2 1 0,0 3 0,3 4 0,-2 4 0,0 1 0,0 2 0,-2 3 0,-4 6 0,-2 2 0,-2 2 0,-3 5 0,-3-1 0,-3 2 0,-3-2 0,-3-5 0,-4-5 0,1-5 0,0-5 0,-1-4 0,1-7 0,0-5 0,-1-2 0,1-5 0</inkml:trace>
  <inkml:trace contextRef="#ctx0" brushRef="#br0" timeOffset="3300">2187 859 8687,'0'16'0,"5"-8"0,2-3 0,5-3 0,5-2 0,1 0 0,-2-2 0,-4-1 0,2 1 0,3 1 0,1 1 0,-2 6 0,-6 4 0,-3 5 0,-7 8 0</inkml:trace>
  <inkml:trace contextRef="#ctx0" brushRef="#br0" timeOffset="3481">2203 1005 8687,'0'16'0,"-1"-4"0,-2 1 0,4-2 0,2 0 0,2-5 0,8-6 0,4 0 0,-2 0 0,2-1 0,-2 0 0,-3-2 0,1 1 0,2 3 0,-2 1 0,0 3 0,-4 5 0,3 2 0</inkml:trace>
  <inkml:trace contextRef="#ctx0" brushRef="#br0" timeOffset="4348">2809 975 8687,'9'-9'0,"2"4"0,4 3 0,1 3 0,5 1 0,0 1 0,1 1 0,1-2 0,1 1 0,2-2 0,2-1 0,2 0 0,0 0 0,2 0 0,1 0 0,1 0 0,3 0 0,-2 2 0,-1 1 0,3 0 0,-2-1 0,2 1 0,-1 1 0,-1 2 0,-3 0 0,2 0 0,1-1 0,-2-3 0,-1 1 0,-2-3 0,-2-3 0,-2 1 0,2-5 0,0-1 0,-1 2 0,-3-1 0,-4 5 0,-1 0 0,1 1 0,-3 1 0,2 1 0,0 2 0,-6-2 0,3 4 0,-2 1 0,-5-1 0,-2 0 0,-5-5 0,-2-2 0,-4-5 0,-10-2 0,-2 1 0</inkml:trace>
  <inkml:trace contextRef="#ctx0" brushRef="#br0" timeOffset="6848">3062 552 9985,'-5'4'0,"0"-5"0,-1-6 0,2 0 0,-1-4 0,-1 3 0,-1 3 0,-1 0 0,1-1 0,-2 2 0,-1 2 0,-1 2 0,-3 1 0,2 3 0,1 0 0,1 2 0,2 3 0,0 2 0,1-2 0,0 3 0,1 1 0,2 1 0,0 1 0,-1 3 0,3 1 0,0 0 0,1 0 0,1 1 0,0-2 0,0-1 0,0-1 0,1-1 0,1-2 0,4-4 0,4-3 0,-1 0 0,5-4 0,2-3 0,-1-6 0,3-6 0,-2-2 0,0-3 0,-1-5 0,1-5 0,-2-3 0,-1-2 0,0-5 0,-2-3 0,-2 0 0,0 0 0,-3-5 0,0-3 0,-1 0 0,-2 2 0,0 4 0,-3 6 0,0 3 0,0 3 0,0-3 0,0 9 0,0 3 0,0 5 0,-3 4 0,1 0 0,-1 9 0,3 4 0,0 7 0,0 10 0,1 3 0,1 2 0,-1 0 0,3 7 0,-2 2 0,1 2 0,-1 0 0,-2-2 0,1 3 0,2 5 0,-2 3 0,1 4 0,-1 2 0,-1 1 0,0-1 0,0-1 0,1 0 0,1-1 0,0-5 0,3-8 0,1-6 0,1-7 0,2-3 0,1-10 0,3-5 0,0-8 0,0-7 0,-2-1 0,-3-2 0</inkml:trace>
  <inkml:trace contextRef="#ctx0" brushRef="#br0" timeOffset="7382">3400 161 9985,'0'15'0,"0"-2"0,0 0 0,0 0 0,1 2 0,0 0 0,2 1 0,2 3 0,-1 3 0,0 5 0,2 6 0,1 5 0,0 4 0,0 3 0,-2 3 0,1-1 0,-2-4 0,-1-4 0,0-2 0,3-6 0,-3-4 0,1-8 0,2-9 0,4-11 0,0-9 0,0-8 0,-2-9 0,-1-3 0,1-5 0,0-3 0,-1 1 0,1 0 0,0 1 0,-1 0 0,1-2 0,0 0 0,-1-1 0,0 2 0,-1 2 0,-1 4 0,-2 5 0,2 3 0,-2 3 0,2 5 0,0 7 0,3 8 0,-1 4 0,1 7 0,0 6 0,-1 5 0,1 4 0,0 6 0,-1 2 0,1 4 0,0 1 0,-1 5 0,1-1 0,0 0 0,-1-2 0,0-5 0,-1-4 0,-1-3 0,0-7 0,3-6 0,-1-12 0,-1-9 0,-1-7 0,1-5 0,0-4 0,0-4 0,-2-3 0,-1 1 0,3-5 0,-3 1 0,0-1 0,1-2 0,-2 1 0,-2-3 0,1 1 0,2 3 0,-2 6 0,1 8 0,2 12 0,1 3 0</inkml:trace>
  <inkml:trace contextRef="#ctx0" brushRef="#br0" timeOffset="7564">3999 506 9985,'15'3'0,"0"0"0,-1-1 0,1-2 0,1 0 0,5-1 0,-3 0 0,-2-2 0,-3 0 0,0 3 0,0 0 0,5-3 0,2-1 0</inkml:trace>
  <inkml:trace contextRef="#ctx0" brushRef="#br0" timeOffset="7747">4190 384 9985,'-5'17'0,"0"-3"0,-1-1 0,-1-1 0,1 1 0,0 2 0,1 1 0,2 2 0,0-1 0,3 5 0,0 0 0,0 0 0,4 0 0,1-6 0,2 0 0,0-1 0,4-2 0,0-1 0,1-5 0,4-3 0,4-7 0,-1-1 0,0-4 0</inkml:trace>
  <inkml:trace contextRef="#ctx0" brushRef="#br0" timeOffset="8497">3154 1473 9985,'-15'-7'0,"0"-1"0,3 0 0,0 3 0,2 0 0,-1 0 0,-1 1 0,0-2 0,-5 3 0,0 2 0,-1 3 0,0 2 0,0 5 0,-2 2 0,1 4 0,2 3 0,5 4 0,1 1 0,2 4 0,1 2 0,3 1 0,3-1 0,1-1 0,4-4 0,2 0 0,2-5 0,1-3 0,0-3 0,3-8 0,5-2 0,-4-2 0,3-2 0,-2-2 0,-1-2 0,0-2 0,2-4 0,1-2 0,1-1 0,2-6 0,-1-3 0,2-5 0,0-4 0,1-4 0,0-4 0,-2-3 0,-2-2 0,-1 1 0,-1-6 0,-3 3 0,1 4 0,-6 7 0,-2 13 0,-1 4 0,-2 3 0,-1 11 0,-5 7 0,-2 8 0,3 3 0,1 5 0,2-1 0,1 1 0,0 2 0,0 5 0,0 1 0,0 2 0,0 0 0,1 5 0,1 1 0,1 1 0,0-3 0,-1 2 0,1-3 0,1 0 0,1-1 0,3-3 0,0-5 0,-1-6 0,3-2 0,3-6 0,-4-2 0,6-6 0</inkml:trace>
  <inkml:trace contextRef="#ctx0" brushRef="#br0" timeOffset="8697">3538 1412 9985,'8'8'0,"0"-4"0,3-1 0,5-3 0,5 0 0,1-3 0,3-1 0,-5-3 0,0 1 0,0 1 0,2 0 0,3-3 0,-1 1 0,-2 2 0,1-2 0,-6 6 0,1-2 0</inkml:trace>
  <inkml:trace contextRef="#ctx0" brushRef="#br0" timeOffset="8914">3761 1220 9985,'-8'19'0,"0"-3"0,1-2 0,-1-4 0,1 4 0,2 2 0,-1-1 0,3 4 0,2 0 0,0 1 0,2 6 0,1 2 0,3 3 0,-1 2 0,4-1 0,-2 3 0,4 0 0,-1 0 0,3-5 0,1-1 0,0-4 0,0-6 0,2-6 0,-2-5 0,2-5 0,3-2 0,-2-8 0,3-1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4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8 138 9985,'-5'14'0,"3"1"0,4 3 0,3 0 0,2 4 0,1 2 0,-3 4 0,0 5 0,0 1 0,0 1 0,-2-3 0,-3 1 0,0-4 0,0-4 0,0-7 0,0-2 0,0-12 0,0-7 0,0-10 0,3-9 0,1-3 0,2-3 0,2-2 0,2-1 0,-2 0 0,2 1 0,0-1 0,3 4 0,-3 1 0,-1 3 0,0 3 0,-2 4 0,1 6 0,0 7 0,-1 5 0,-1 7 0,-1 5 0,-1 3 0,2 3 0,-1 4 0,1 2 0,1 0 0,1 2 0,-1 2 0,1 2 0,-1-1 0,-1 0 0,-1-3 0,1-1 0,1-2 0,0-6 0,1-3 0,1-10 0,2-7 0,2-6 0,0-6 0,-5-2 0,-1-5 0</inkml:trace>
  <inkml:trace contextRef="#ctx0" brushRef="#br0" timeOffset="251">453 192 9985,'-4'12'0,"-1"-2"0,1-4 0,-1-1 0,-1 1 0,-1 1 0,0 2 0,2 1 0,2 2 0,3 4 0,0 2 0,0 2 0,1 5 0,2 1 0,4-1 0,2 2 0,2-4 0,-1 1 0,1-5 0,1-3 0,-2-2 0,4-7 0,2-2 0,-4-6 0,1-7 0,-2-7 0,-4-4 0,2-7 0,-6-3 0,1-3 0,-1-1 0,0 0 0,-3 2 0,0 1 0,0 2 0,2 0 0,1 5 0,-2 3 0,0 3 0,-1 2 0</inkml:trace>
  <inkml:trace contextRef="#ctx0" brushRef="#br0" timeOffset="435">729 230 9985,'6'5'0,"2"-3"0,0-2 0,6-2 0,-1-3 0,4-2 0,1-1 0,6 0 0,1-2 0,1 0 0,2 3 0,-3 4 0,-3-1 0,1 4 0,-4-4 0</inkml:trace>
  <inkml:trace contextRef="#ctx0" brushRef="#br0" timeOffset="650">898 0 9985,'-12'4'0,"1"1"0,1 2 0,-1 0 0,1 4 0,2 2 0,1 3 0,-1 5 0,4 1 0,1 9 0,2 2 0,1 1 0,1 4 0,2-3 0,3 2 0,3-1 0,3 0 0,3-6 0,1-3 0,-1-5 0,1-4 0,1-4 0,2-3 0,1-3 0,-3-2 0,1-6 0,-2 0 0,-1 0 0,1 0 0,-1-3 0,0-2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39.95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31 262 9985,'-8'12'0,"1"-2"0,0 2 0,2 1 0,1 4 0,4 3 0,0 0 0,0 1 0,3 2 0,0 3 0,1 2 0,-1 1 0,2-2 0,-2 0 0,-2-1 0,0-4 0,2 0 0,-1-4 0,2-6 0,-2-9 0,4-10 0,0-9 0,2-4 0</inkml:trace>
  <inkml:trace contextRef="#ctx0" brushRef="#br0" timeOffset="150">31 1 9985,'-1'15'0,"-1"0"0,2 1 0,0-2 0,7-1 0,5-4 0,6-4 0,3 0 0,1-1 0,4 6 0,1-1 0</inkml:trace>
  <inkml:trace contextRef="#ctx0" brushRef="#br0" timeOffset="433">422 239 9985,'-8'14'0,"-2"0"0,0-2 0,1-1 0,-2-1 0,1-2 0,-1-2 0,0 0 0,3 0 0,-3 0 0,3 0 0,1 3 0,1 0 0,1 1 0,3 4 0,0 0 0,1 3 0,3-4 0,3 2 0,1-2 0,2-1 0,5-3 0,0 1 0,1-1 0,2-1 0,-1-1 0,0 1 0,0 0 0,-2-1 0,-1 1 0,-3 0 0,1-1 0,0 7 0,-5 1 0,-3 1 0,-1 1 0,-4-2 0,-3 0 0,-4 1 0,-2-1 0,-4 0 0,-1 0 0,-1-3 0,1-5 0,-2 0 0,2-4 0,-1-1 0,2-2 0,1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44.07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6 476 9985,'-4'16'0,"2"-1"0,4 0 0,2-2 0,4 0 0,0 2 0,-1 5 0,4 1 0,0 7 0,0 1 0,0 1 0,-1-2 0,-1 0 0,0-1 0,1 0 0,-2-5 0,-3-3 0,1-4 0,-1-9 0,3-9 0,-5-7 0,5-10 0,-2-2 0,-2-4 0,3-1 0,-2-2 0,2-2 0,1-1 0,-3-1 0,0 3 0,1 2 0,1 2 0,0 3 0,1 2 0,0 0 0,-1 12 0,1 5 0,0 9 0,-1 6 0,1 5 0,0 2 0,-1 3 0,4 4 0,-1 3 0,0 3 0,1 2 0,-1 0 0,1 2 0,1-1 0,0-2 0,-1-3 0,0-2 0,1-4 0,0-3 0,-2-9 0,1-5 0,0-4 0,-5-5 0,2-8 0,-2-4 0,-2-5 0,0-5 0,-2-4 0,1 0 0,1-2 0,-2-1 0,2 0 0,-2-1 0,1 0 0,0 2 0,-1 1 0,1 2 0,1 2 0,-2 6 0,1 2 0,4 9 0,4 7 0,-1 8 0,1 6 0</inkml:trace>
  <inkml:trace contextRef="#ctx0" brushRef="#br0" timeOffset="365">743 691 9985,'4'16'0,"0"-2"0,-1-1 0,3-5 0,6-7 0,3-2 0,1-2 0,-2-4 0,3-1 0,-1-1 0,1-3 0,-1 0 0,0-1 0,-1 1 0,-4 1 0,0-1 0,-2-2 0,-2-1 0,-2 0 0,0 0 0,-3 0 0,-4 2 0,-3 0 0,-5 3 0,-3 0 0,-1 2 0,-2 1 0,0 2 0,-2 2 0,-2 2 0,1 1 0,0 2 0,1 2 0,0 4 0,3 6 0,2 1 0,1 5 0,3 5 0,0 2 0,6 4 0,1 1 0,1 1 0,5-1 0,2 0 0,3-2 0,4-2 0,2-4 0,1-1 0,1-5 0,1-5 0,2-2 0,-1-6 0,1-3 0,1-1 0,-2-3 0,2-3 0,-1-7 0,3-7 0</inkml:trace>
  <inkml:trace contextRef="#ctx0" brushRef="#br0" timeOffset="667">1150 100 9985,'0'16'0,"0"-4"0,0 1 0,0 1 0,0-1 0,0 1 0,0 3 0,0 2 0,1 5 0,0 6 0,3 5 0,0 9 0,-2 2 0,0 6 0,-1 2 0,-1 1 0,0 0 0,0-4 0,0-2 0,0-8 0,0-8 0,1-11 0,2-6 0,2-9 0,4-11 0,1-7 0,4-7 0,-2-5 0</inkml:trace>
  <inkml:trace contextRef="#ctx0" brushRef="#br0" timeOffset="897">1449 0 9985,'7'9'0,"-1"2"0,-1 4 0,-3 1 0,1 3 0,0 0 0,-1 4 0,2 4 0,-3 8 0,2 3 0,-1 5 0,-1 6 0,-1 6 0,0 5 0,0 6 0,-3-5 0,0-2 0,-1-3 0,1 1 0,0-5 0,3-2 0,0-11 0,0-14 0,0-11 0,4-9 0,0-2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45.78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1 621 9985,'0'13'0,"0"0"0,4-8 0,4-1 0,3-5 0,4-5 0,1 1 0,1-1 0,1 1 0,3-1 0,0 2 0,1 1 0,1-1 0,-1 2 0,-1 2 0,1 3 0,-2 1 0</inkml:trace>
  <inkml:trace contextRef="#ctx0" brushRef="#br0" timeOffset="554">699 552 9985,'12'4'0,"1"-8"0,-6-1 0,-1-5 0,-6-4 0,-3 1 0,-1 2 0,-5 4 0,-1 2 0,-5 1 0,-2 6 0,-1 3 0,-1 5 0,3 5 0,-1 3 0,2 2 0,2 2 0,4 6 0,0 2 0,3 2 0,3 0 0,3-1 0,3-3 0,3-3 0,3-4 0,3-6 0,3-8 0,1-3 0,-1-3 0,1-6 0,0-3 0,1-7 0,-3-4 0,0-10 0,0-4 0,0-5 0,-1-3 0,-4-2 0,1-3 0,-1-3 0,-2-2 0,1 0 0,-1-1 0,-1 0 0,-1 2 0,-1 6 0,1 4 0,-2 3 0,-2 4 0,-1 5 0,0 5 0,0 5 0,0 1 0,0 11 0,0 6 0,0 8 0,0 9 0,1 5 0,0 2 0,2 4 0,2 4 0,-2 3 0,1 4 0,-1 3 0,2-1 0,-2 2 0,-1 3 0,-2 1 0,0 5 0,0 2 0,0-4 0,-3-2 0,2-6 0,-1-3 0,1-5 0,1-5 0,2-8 0,6-14 0,-2-2 0,12-9 0,-6 0 0</inkml:trace>
  <inkml:trace contextRef="#ctx0" brushRef="#br0" timeOffset="887">1029 522 9985,'8'7'0,"-3"-2"0,2 0 0,4-2 0,1 0 0,6-3 0,0-1 0,0-2 0,4 2 0,-1-4 0,3 1 0,1 0 0,0 1 0,-4-1 0,-4 0 0,0-1 0,-2 0 0,0-2 0,-7-7 0,-5-1 0,-7-2 0,-5 2 0,-3 2 0,-2 2 0,-2 0 0,-2 3 0,0 0 0,-1 3 0,-1 1 0,1 2 0,4 3 0,-1 2 0,1 5 0,0 3 0,0 5 0,2 2 0,0 2 0,4 6 0,1 3 0,2 3 0,0 4 0,2 2 0,3 0 0,2 0 0,5-3 0,4 1 0,3-6 0,2-5 0,3-6 0,-2-4 0,3-3 0,-1-4 0,0-1 0,0-2 0,-3-8 0,0-2 0,1-2 0,-1-1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48.06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431 19 9985,'-12'-1'0,"1"-2"0,3 2 0,0-4 0,-3 2 0,-2-2 0,-4 4 0,-1 1 0,1 4 0,1 3 0,-2 4 0,0 3 0,-2 3 0,-1 3 0,2 3 0,0 2 0,1 2 0,0 0 0,4 1 0,4 3 0,4-1 0,0 1 0,5-1 0,-2-1 0,3-2 0,3 0 0,2 1 0,4-2 0,1 2 0,0 1 0,-2-2 0,1 0 0,-1 1 0,0 2 0,1 0 0,-4 6 0,-1 0 0,-1-1 0,-3-1 0,0-3 0,-3 2 0,-2 0 0,-5-2 0,-1-4 0,-1-1 0,-1-1 0,-2-3 0,1-4 0,0-5 0,1-4 0,1-4 0,-3-4 0,1-3 0,2-6 0,2-3 0,-4-8 0,2 0 0</inkml:trace>
  <inkml:trace contextRef="#ctx0" brushRef="#br0" timeOffset="150">32 579 9985,'5'-8'0,"5"2"0,-1 8 0,7 3 0,-1 1 0,2-1 0,3 1 0,4-2 0,1-1 0,3 1 0,0 1 0,0-3 0,0 8 0,3-2 0</inkml:trace>
  <inkml:trace contextRef="#ctx0" brushRef="#br0" timeOffset="334">446 625 9985,'-4'27'0,"-2"1"0,3-3 0,1 3 0,2 2 0,0 0 0,0-2 0,0-2 0,0-2 0,2 1 0,2 1 0,0-2 0,2-3 0,-2-2 0,1-5 0,1-1 0,-2-8 0,-2-10 0,-1-9 0,-4-8 0,-3-3 0,-4-6 0,-2-4 0</inkml:trace>
  <inkml:trace contextRef="#ctx0" brushRef="#br0" timeOffset="450">446 456 9985,'15'0'0,"1"0"0,2 0 0,2 0 0</inkml:trace>
  <inkml:trace contextRef="#ctx0" brushRef="#br0" timeOffset="1017">646 602 9985,'0'38'0,"-1"3"0,-2 1 0,-2-1 0,1-8 0,-1-10 0,2-4 0,1-6 0,6 0 0,3-6 0,-1-4 0,1-8 0,0-2 0,-3-1 0,1-4 0,1-3 0,-1 1 0,-1-3 0,0-4 0,0-3 0,1-1 0,1-2 0,-1 0 0,1 0 0,1 4 0,0 1 0,1 3 0,0 2 0,0 4 0,2 3 0,3 4 0,-2 7 0,0 8 0,-1 5 0,-3 6 0,3 6 0,-5 4 0,1 3 0,-1 2 0,1 0 0,-3-1 0,1-5 0,-1-5 0,3-2 0,-1-7 0,3 0 0,2-3 0,0-4 0,2-5 0,2-3 0,0 0 0,2-3 0,0-2 0,2-2 0,-5-1 0,0 0 0,-1-2 0,-1 1 0,2-1 0,-3 1 0,-1 2 0,1 1 0,0-1 0,1-2 0,0 1 0,-3-7 0,3-1 0,-3-3 0,0-5 0,-3-3 0,-1-3 0,-1 2 0,-4 3 0,-3 1 0,-4 2 0,-2 2 0,-3 5 0,-2 4 0,0 5 0,0 4 0,-1 1 0,1 1 0,0 1 0,-1 2 0,1 5 0,3 0 0,2 6 0,2 1 0,3 3 0,2 6 0,3 3 0,0 4 0,0 5 0,4-2 0,3-1 0,3-1 0,2-1 0,1-4 0,2-1 0,0-3 0,1-3 0,-1-5 0,0-4 0,2-3 0,0 0 0,0-4 0,2-3 0,-3-5 0,1-1 0,-5-10 0,4 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5:50.88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261 668 9985,'8'0'0,"-3"0"0,-13 0 0,1 0 0,-8-1 0,0-1 0,1 0 0,-4 0 0,-1 5 0,-1 2 0,-1 2 0,0 4 0,0 2 0,0 4 0,0 4 0,3 5 0,2 2 0,6 1 0,4 2 0,4 1 0,5-1 0,5-1 0,4-5 0,5-5 0,2-5 0,0-2 0,2-3 0,2-5 0,0-3 0,0-4 0,0-3 0,-3-7 0,1-5 0,-1-7 0,0-5 0,-2-4 0,-5-9 0,0-5 0,1-6 0,-1 1 0,0-3 0,-3-1 0,-1 2 0,-4-4 0,-1 1 0,0 1 0,-3 5 0,0 4 0,-1 4 0,0 2 0,0 1 0,0 6 0,0 4 0,0 4 0,0 5 0,0 2 0,0 4 0,0 3 0,0 8 0,0 9 0,0 7 0,0 2 0,1 6 0,1 2 0,1 4 0,2 4 0,-4 0 0,2 7 0,-2 3 0,-1 5 0,2 3 0,1 5 0,-2 2 0,0 5 0,-3 6 0,-1 8 0,1 4 0,2-1 0,3-8 0,2-4 0,3-4 0,2-5 0,3-15 0,4-8 0,2-10 0,0-5 0,-1-8 0,2-5 0,-1-3 0,-2-2 0,-1 0 0</inkml:trace>
  <inkml:trace contextRef="#ctx0" brushRef="#br0" timeOffset="2419">1189 215 8680,'13'1'0,"0"1"0,-6 0 0,0 4 0,0 3 0,-1 2 0,0 6 0,-2 3 0,0 6 0,1 7 0,-2 6 0,-2 6 0,0 6 0,-2 1 0,-1 0 0,-3-3-4,1-2 1,1-4 0,3-10 1,0-5 0,1-7 2,5-6 0,2-6 0,4-6 0,-1-3 0</inkml:trace>
  <inkml:trace contextRef="#ctx0" brushRef="#br0" timeOffset="2601">1243 1082 8737,'0'22'0,"0"-1"0,0-2 0,0-4 0,0 0 0,7-6 0,-2-2 0,6-7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6:24.41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293 116 9084,'-16'-4'0,"1"1"0,0 2 0,-1 5 0,2 3 0,0 3 0,1 2 0,1 2 0,-4 4 0,1 2 0,-1 3 0,2-1 0,1-1 0,3 0 0,1 0 0,5-2 0,2-1 0,1-2 0,2-5 0,4-3 0,3-2 0,3 0 0,2-2 0,2-1 0,1 0 0,-1-1 0,0 2 0,-2-2 0,-1 3 0,-1 2 0,-1 2 0,-5 1 0,-2 4 0,-4 5 0,-1 0 0,-3 0 0,-6-1 0,-1-1 0,-3 1 0,0-1 0,-3 2 0,-1-2 0,0-1 0,1-3 0,-3-3 0,3-1 0,1-2 0,1-2 0,5-5 0,3-3 0,4 3 0,11-11 0,1 7 0</inkml:trace>
  <inkml:trace contextRef="#ctx0" brushRef="#br0" timeOffset="216">538 354 9084,'-3'15'0,"-2"0"0,-2 1 0,-1-2 0,1 0 0,-1-1 0,1-1 0,2 5 0,2 1 0,3-2 0,0 2 0,0-2 0,0-1 0,0-2 0,0 0 0,0 0 0,0-5 0,-4-21 0,0-13 0</inkml:trace>
  <inkml:trace contextRef="#ctx0" brushRef="#br0" timeOffset="365">492 1 9084,'1'14'0,"2"-1"0,3-2 0,5-3 0,5-1 0,1-2 0,-2 5 0,1-2 0</inkml:trace>
  <inkml:trace contextRef="#ctx0" brushRef="#br0" timeOffset="683">699 246 9084,'1'23'0,"1"1"0,1 1 0,-2 0 0,0 4 0,-1-5 0,0-1 0,0-1 0,0-2 0,0 3 0,0-1 0,0-1 0,0-5 0,0-3 0,0-4 0,3-5 0,3-8 0,0-7 0,0-3 0,-1-6 0,0-1 0,-1-1 0,3-2 0,-2 1 0,2 1 0,0 2 0,1-1 0,0 2 0,-1 0 0,1 0 0,0 5 0,0 3 0,-1 3 0,1 0 0,0 6 0,-1 4 0,1 8 0,-3 8 0,0 4 0,0 2 0,0 1 0,-1 2 0,-3 2 0,3 0 0,0 2 0,-1-1 0,2-2 0,1-2 0,1-2 0,0-6 0,2-2 0,1-5 0,5-6 0,2-3 0,1-4 0,-2-2 0</inkml:trace>
  <inkml:trace contextRef="#ctx0" brushRef="#br0" timeOffset="949">1275 331 9084,'-6'-9'0,"-2"4"0,4 3 0,-5 3 0,-1 2 0,1 2 0,0 5 0,0 3 0,-1 1 0,0 3 0,2 3 0,0 4 0,1 2 0,1 4 0,2 2 0,1-2 0,1-1 0,5-5 0,3-2 0,3-4 0,4-4 0,1-7 0,2-2 0,-1-4 0,0-4 0,4-4 0,1-5 0</inkml:trace>
  <inkml:trace contextRef="#ctx0" brushRef="#br0" timeOffset="1299">1367 461 9084,'6'18'0,"2"-5"0,-1-5 0,5-8 0,3 0 0,2 0 0,3-4 0,6-2 0,2-2 0,2-3 0,0-1 0,-1 1 0,-2 1 0,-1-1 0,0 2 0,-4-3 0,-1 0 0,-3 0 0,-6 0 0,-2-2 0,-4 1 0,-4 0 0,-2-1 0,-2 1 0,-3 0 0,-6 3 0,-2-2 0,-4 4 0,1 2 0,-2 6 0,1 1 0,2 1 0,0 3 0,-1 2 0,2 1 0,1 0 0,-1 3 0,2 1 0,0 0 0,1 1 0,3 3 0,1 2 0,1 3 0,1 3 0,4 2 0,1 5 0,4 0 0,3-1 0,4 1 0,2-1 0,2-2 0,0-3 0,4-4 0,0-4 0,3-3 0,1-4 0,-5-5 0,5-2 0,-3-3 0,0 0 0,-3-2 0,1-1 0,1 4 0,1 3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6:27.59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254 370 9084,'-8'-9'0,"-1"2"0,-4 3 0,4 0 0,-5 3 0,2-2 0,-1 2 0,-1 0 0,-2 2 0,2 1 0,1 3 0,-1 3 0,1 2 0,-2 3 0,0 1 0,1 3 0,1 0 0,3 4 0,1 1 0,2 2 0,2 1 0,2 0 0,3 0 0,0-2 0,0-2 0,3-4 0,2 0 0,2-5 0,2-3 0,1-3 0,-1-4 0,4-4 0,1-4 0,0-3 0,1-4 0,2-5 0,1-3 0,2-4 0,0-2 0,0-6 0,1-2 0,2-3 0,0-7 0,-1 0 0,-2-3 0,-2-3 0,-3 4 0,-3 1 0,-3 5 0,-3 1 0,-4 12 0,-1 5 0,-2 5 0,-1 9 0,-3 1 0,1 11 0,-2 4 0,4 6 0,1 8 0,1-1 0,0 3 0,0 3 0,3 5 0,0 4 0,0 3 0,1 0 0,1 1 0,-2 2 0,2 3 0,1 1 0,-2 0 0,0-1 0,-1-3 0,-1-2 0,2-7 0,-1-4 0,1-5 0,2-9 0,4-14 0,-1-5 0,1-11 0,-1-2 0,-2-5 0,1-4 0</inkml:trace>
  <inkml:trace contextRef="#ctx0" brushRef="#br0" timeOffset="534">645 117 9084,'12'4'0,"-2"1"0,-1 5 0,-4 2 0,0 3 0,1 2 0,1 4 0,0 1 0,-1 9 0,-1 3 0,1 2 0,0 6 0,0 1 0,-2 0 0,0 1 0,1-4 0,-3 0 0,1-4 0,0-6 0,-1-7 0,3-7 0,-2-12 0,1-9 0,0-7 0,0-5 0,-1-4 0,1-4 0,0-3 0,1-2 0,-3-1 0,3 0 0,0 1 0,0-1 0,2 0 0,-2 1 0,1 0 0,2 2 0,0-1 0,0 3 0,-1 1 0,1 2 0,0 6 0,-1 5 0,1 2 0,0 7 0,2 3 0,0 5 0,-1 4 0,0 7 0,-1 4 0,-1 2 0,1 1 0,0 4 0,2 2 0,0 2 0,-1 2 0,0 2 0,0-1 0,0 3 0,1 3 0,0 1 0,-3-3 0,-1-2 0,-1-3 0,0-4 0,2-5 0,-2-6 0,2-10 0,-2-5 0,0-5 0,-1-12 0,0-2 0,0-3 0,-2-10 0,1-1 0,0-3 0,0-1 0,0-1 0,-1-3 0,1-1 0,1 1 0,1 3 0,1 1 0,-1 1 0,1-1 0,1 3 0,0 5 0,1 6 0,0 3 0,0 8 0,2 4 0,-1 7 0,2 2 0</inkml:trace>
  <inkml:trace contextRef="#ctx0" brushRef="#br0" timeOffset="749">1413 485 9084,'0'13'0,"0"0"0,1-8 0,4-2 0,2-7 0,6-3 0,1-3 0,2-1 0,2-1 0,3 0 0,0-1 0,0 1 0,0 1 0,0 1 0,-2 4 0,-1 1 0,1-1 0,-4 3 0,-2 0 0,-7 2 0,1 1 0</inkml:trace>
  <inkml:trace contextRef="#ctx0" brushRef="#br0" timeOffset="917">1528 309 9084,'-8'13'0,"1"0"0,-1-1 0,0 0 0,3 4 0,1-2 0,0 4 0,3 2 0,0 3 0,2 2 0,1 0 0,3-1 0,2 1 0,2 2 0,1-1 0,3 1 0,-1-3 0,0-3 0,2-3 0,1-2 0,-1-4 0,0-3 0,-1-3 0,0-3 0,-1-2 0,0-2 0,-1-2 0,3 2 0,-2-2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6:31.51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1 561 8523,'4'4'0,"3"-1"0,-4-4 0,3-4 0,-1-6 0,1-2 0,2-9 0,1-4 0,2-5 0,1-5 0,0 4 0,2-3 0,-2 5 0,-1 5 0,2 7 0,-2 4 0,1 5 0,-1 3 0,3 6 0,2 0 0,0 3 0,-3 2 0,1 2 0,2-2 0,-3 0 0,2 1 0,-1 4 0,0 0 0,-2 0 0,2 1 0,-2 0 0,0 3 0,0-1 0,0 0 0,1 2 0,2 1 0,-1 1 0,-1 1 0,1-1 0,-3-3 0,1-1 0,2 0 0,-2-2 0,0-1 0,2-4 0,-2-3 0,1-3 0,0 0 0,-2-3 0,0-3 0,-2 0 0,1-2 0,-1 0 0,1 0 0,-1-2 0,-2 0 0,-1-1 0,0 1 0,1-2 0,-1 0 0,0-3 0,2-1 0,-2 1 0,0-3 0,0 5 0,1 7 0,3 9 0,1 5 0,-4 7 0</inkml:trace>
  <inkml:trace contextRef="#ctx0" brushRef="#br0" timeOffset="746">1236 23 8525,'5'10'0,"0"-2"0,0-3 0,4 0 0,5-3 0,4-1 0,2-1 0,6 0 0,3 0 0,6 0 0,6-1 0,4 0 0,2-2 0,2 1 0,0 1 0,-1-1 0,2-1 0,-7 1 0,0 2 0,-6 0 0,-3 0 0,-3 2 0,-2 1 0,-3 0 0,-6 0 0,-3-2 0,-1 1 0,-1-1 0,0-2 0,1-1 0,-9 0 0,-4-3 0,-6-1 0,-5 2 0,-2-1 0,-6 3 0,-3-2 0</inkml:trace>
  <inkml:trace contextRef="#ctx0" brushRef="#br0" timeOffset="1413">1221 54 8525,'-8'11'0,"3"-5"0,0 2 0,-1-1 0,2-2 0,-1 3 0,3-1 0,-1 9 0,2 2 0,1 7 0,0 0 0,0 2 0,0 6 0,0 6 0,0 3 0,-3 4 0,1 3 0,-3 2 0,0 4 0,1 4 0,-2-8 0,3-1 0,2-10 0,0-8 0,1-8 0,1-5 0,1-3 0,3-4 0,-1-6 0,2-7 0,-4-10 0,0-6 0,-5-2 0,-3-3 0,-2 0 0,-2 1 0,-3 0 0,2-2 0,-1-1 0,-2 1 0,1 1 0,-1 1 0,2 1 0,1 2 0,-3 1 0,2 4 0,0 3 0,-1 6 0,2 7 0,2 7 0,1 6 0,1 5 0,2 3 0,1 3 0,1 0 0,1-2 0,-2 0 0,0-1 0,3-1 0,0-1 0,1-1 0,0-2 0,0-1 0,1-4 0,1 1 0,3 0 0,6-1 0,1 2 0</inkml:trace>
  <inkml:trace contextRef="#ctx0" brushRef="#br0" timeOffset="2046">2019 47 8747,'16'0'0,"2"0"0,-2 0 0,2 0 0,-1 0 0,1 0 0,2-3 0,4 0 0,1-2 0,3-1 0,2 0 0,1 0 0,0 2 0,3 1 0,0-2 0,1 2 0,-4 1 0,-2 1 0,-1 5 0,1 1 0,-2 2 0,-1 0 0,-3 4 0,-6-1 0,-1-1 0,-3 0 0,-2-1 0,-6-4 0,-5-2 0,-8-1 0,-5-4 0,-2-2 0,-4-2 0,0-1 0</inkml:trace>
  <inkml:trace contextRef="#ctx0" brushRef="#br0" timeOffset="2796">1674 507 8758,'-8'8'0,"-1"-4"0,-1-2 0,2-2 0,-3-2 0,3-3 0,-1-2 0,-1-1 0,-5 4 0,-4 2 0,2 4 0,-1 3 0,5 6 0,0 5 0,0 3 0,-1 4 0,3 4 0,0 3 0,0 2 0,2 6 0,3-1 0,4-1 0,1-1 0,2-5 0,2-6 0,4-3 0,3-6 0,3-4 0,0-7 0,1-4 0,2-4 0,2-7 0,0-5 0,-2-6 0,-3-6 0,2-2 0,-2-5 0,1-4 0,2-4 0,-2-5 0,0 3 0,-2-4 0,-1-1 0,-1 0 0,-3-1 0,-1 5 0,-1 5 0,-3 8 0,0 6 0,-1 5 0,-2 8 0,-1 9 0,1 16 0,-2 11 0,2 3 0,1 0 0,0 5 0,1 4 0,2 0 0,-2 6 0,5-1 0,0 3 0,0 2 0,2 4 0,1 0 0,0-2 0,1-2 0,4-7 0,-1-1 0,0-7 0,0-6 0,2-5 0,-3-11 0,3-2 0,-3-1 0,-1-4 0</inkml:trace>
  <inkml:trace contextRef="#ctx0" brushRef="#br0" timeOffset="2996">1981 584 8758,'12'0'0,"1"0"0,3 0 0,1-1 0,1-1 0,1 0 0,1-4 0,4 1 0,0-2 0,2-1 0,2 1 0,-2 2 0,-2 3 0,0 1 0,-2-2 0,-1 1 0,-3 0 0,-2 1 0,-3 1 0,0 0 0,-7 3 0,0 2 0</inkml:trace>
  <inkml:trace contextRef="#ctx0" brushRef="#br0" timeOffset="3212">2219 369 8758,'-4'14'0,"-1"0"0,-2-1 0,0 0 0,1 2 0,2 0 0,1 1 0,1-1 0,1 4 0,1 2 0,0 3 0,0 2 0,1 0 0,2-1 0,2 1 0,2 1 0,1 2 0,1 0 0,2 0 0,1-4 0,0-1 0,3-2 0,-1-1 0,3-3 0,0-7 0,-2-3 0,0-4 0,4-4 0,-3-3 0,3-1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01.46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154 1 8758,'-5'14'0,"-1"-1"0,-4-3 0,-1-1 0,1-1 0,-2-2 0,-3-1 0,2 2 0,0-2 0,4 2 0,-2 2 0,3 1 0,3 3 0,0 5 0,3 1 0,-1 3 0,3-1 0,0-3 0,2-4 0,2-3 0,0 1 0,1 0 0,3-1 0,2-2 0,0-1 0,0 0 0,-2 0 0,0-1 0,-1 1 0,1 1 0,0 1 0,-4 4 0,-2 4 0,-4 2 0,-4-4 0,-3-1 0,-6-5 0,-3 0 0,2-1 0,2-2 0,1 1 0,2 0 0,1-4 0,13-7 0,2-6 0</inkml:trace>
  <inkml:trace contextRef="#ctx0" brushRef="#br0" timeOffset="331">415 162 8758,'-6'12'0,"-2"-2"0,-4-4 0,2-1 0,-2 1 0,4 4 0,2 2 0,7 4 0,2-1 0,2 0 0,2 4 0,1 3 0,2 1 0,3 0 0,2 0 0,0-5 0,0-1 0,1 0 0,-1-5 0,0-3 0,1-3 0,-1-4 0,0-8 0,0-5 0,-1-5 0,-2-4 0,-6-6 0,-1-2 0,-3-2 0,-2-1 0,0 1 0,-2 0 0,-2 2 0,-3 2 0,-5 6 0,1 2 0,-1 2 0,-2 4 0,-1 1 0,-3 6 0,1 2 0,-1 10 0,2 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11.37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1 100 8749,'4'6'0,"-2"2"0,2-1 0,-2 6 0,0 3 0,0 1 0,0 3 0,0 2 0,0 3 0,-1 0 0,1 3 0,1 1 0,-2 1 0,0-3 0,-1-2 0,0-4 0,0-3 0,0-4 0,0-2 0,0-8 0,1-6 0,2-9 0,1-6 0,4-1 0,-1-2 0,1-3 0,2-2 0,1-2 0,0 1 0,0 0 0,0 0 0,-3 3 0,1 0 0,-2 0 0,5 1 0,-4 1 0,-1 8 0,-3 8 0,0 10 0,1 6 0,-3 7 0,1 2 0,0 2 0,1 1 0,2 0 0,-2 0 0,-1 0 0,2-1 0,-1 0 0,0-3 0,2 0 0,-2-4 0,1-5 0,1-2 0,2-1 0,2-2 0,-1-8 0,2-6 0,-3-6 0</inkml:trace>
  <inkml:trace contextRef="#ctx0" brushRef="#br0" timeOffset="303">415 123 8749,'-5'10'0,"1"1"0,0 5 0,1 1 0,1-1 0,0 2 0,0 2 0,1 5 0,1 2 0,1-1 0,1 0 0,3 3 0,2-5 0,2-1 0,1-5 0,-1-2 0,2-4 0,0-5 0,2-3 0,1-5 0,1-4 0,-2-6 0,0-6 0,-1-5 0,1-4 0,-3-1 0,-1-2 0,-4 1 0,-1-1 0,-1-1 0,-1-3 0,-1 1 0,-1 4 0,-1 2 0,-2 2 0,-1 3 0,-3 3 0,-1 5 0,0 7 0,0 3 0</inkml:trace>
  <inkml:trace contextRef="#ctx0" brushRef="#br0" timeOffset="500">691 154 8749,'10'5'0,"-3"0"0,4-3 0,3 0 0,3-1 0,1-1 0,-3 0 0,2-1 0,1-1 0,-1 1 0,2-2 0,0 3 0,-2 0 0,-1-3 0,0 0 0,-1 2 0,0 3 0,1 3 0</inkml:trace>
  <inkml:trace contextRef="#ctx0" brushRef="#br0" timeOffset="718">883 0 8749,'-3'16'0,"-1"-2"0,-4 0 0,0-1 0,0 0 0,1 3 0,-1 2 0,1 2 0,2 2 0,2 4 0,3 1 0,0 1 0,0 1 0,3 3 0,2-4 0,3 1 0,2-1 0,2-2 0,3-6 0,-2-3 0,0-3 0,0-4 0,2-4 0,1-2 0,-1 0 0,-2-2 0,0-2 0,-4 0 0,2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10.28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28 239 8749,'0'13'0,"0"-1"0,0 2 0,0-2 0,0 0 0,2 0 0,1 0 0,-1 1 0,-2 2 0,0 1 0,0 2 0,3-2 0,-1 2 0,1-2 0,0 0 0,-1-1 0,3 0 0,-3-6 0,1-9 0,-3-9 0</inkml:trace>
  <inkml:trace contextRef="#ctx0" brushRef="#br0" timeOffset="146">5 9 8749,'-5'-5'0,"9"2"0,6 3 0,9 1 0,1 1 0,4 6 0,-4 4 0</inkml:trace>
  <inkml:trace contextRef="#ctx0" brushRef="#br0" timeOffset="447">319 139 8749,'4'12'0,"-4"3"0,3-3 0,-3-1 0,-3 0 0,3-3 0,-7 0 0,2 0 0,1 3 0,2 1 0,1 3 0,1 0 0,1 1 0,1-1 0,3-3 0,3-1 0,1-1 0,2 0 0,1 1 0,0-4 0,-1 1 0,0 0 0,0-1 0,-2 2 0,1 1 0,0 0 0,-5 2 0,-3 2 0,-2 1 0,-5 2 0,-2-2 0,-4-1 0,1-7 0,-3 1 0,-1 0 0,-4-2 0,0-1 0,1-2 0,-1-3 0,3-3 0,-2-1 0,5-3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09.33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73 8749,'2'12'0,"1"1"0,0 0 0,-1 2 0,1 1 0,2-1 0,-3 4 0,3 2 0,1 5 0,1 4 0,1 2 0,-1 4 0,-1 0 0,-1 2 0,0 4 0,2-1 0,0 0 0,-2-2 0,2-7 0,-2-1 0,2-5 0,1-2 0,-3-5 0,1-5 0,2-5 0,1-6 0,3-6 0,-1-5 0,-1-4 0,-1-6 0,0-5 0,1-5 0,1-5 0,-1-3 0,0-1 0,-1-2 0,1-2 0,-1-2 0,1-1 0,0 1 0,-2 3 0,0-1 0,0 2 0,-1 0 0,0 5 0,-1 3 0,-1 6 0,1 4 0,-1 3 0,0 5 0,0 6 0,2 7 0,0 4 0,-1 7 0,-1 1 0,1 3 0,1 4 0,1 4 0,-1 5 0,1 2 0,0 3 0,-1 1 0,-1 2 0,2 3 0,-2 0 0,4 4 0,-1 0 0,-1-1 0,0-2 0,1 0 0,2-4 0,-2-5 0,0-5 0,-2-6 0,1-5 0,0-4 0,-2-4 0,1-4 0,-3-4 0,2-8 0,-1-2 0,-4-4 0,0-4 0,0-5 0,1-3 0,0-6 0,1-2 0,-2-6 0,1 2 0,0 4 0,4-3 0,-2 3 0,1 0 0,1 2 0,-2 2 0,2 4 0,-1 3 0,1 3 0,1 7 0,0 0 0,1 2 0,0 7 0,3 5 0,1 9 0</inkml:trace>
  <inkml:trace contextRef="#ctx0" brushRef="#br0" timeOffset="282">860 479 8749,'4'12'0,"1"-2"0,6-4 0,3-5 0,3-2 0,2-1 0,-1-3 0,2-1 0,-1-1 0,4-1 0,-3 1 0,1-1 0,0 0 0,-2-2 0,-4 0 0,-1 0 0,-1 2 0,-2 0 0,-3 1 0,-4-1 0,0 0 0</inkml:trace>
  <inkml:trace contextRef="#ctx0" brushRef="#br0" timeOffset="464">1029 310 8749,'-14'1'0,"1"2"0,2 1 0,3 6 0,0 2 0,2 1 0,0 6 0,4 0 0,1 1 0,1 3 0,0 3 0,1 1 0,1 0 0,3 1 0,2-5 0,2 1 0,1-2 0,-1-2 0,1-1 0,-1-5 0,2-2 0,-2-4 0,4-4 0,0 0 0,4-2 0,1-2 0,0 0 0,-2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31.15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216 437 8823,'-16'-1'0,"-2"-2"0,0-1 0,-1-3 0,4 2 0,0 2 0,1 3 0,-3 1 0,0 4 0,1 5 0,1 9 0,4 4 0,2 4 0,2 6 0,2 3 0,3 1 0,1 2 0,2-4 0,1-3 0,4-3 0,4-3 0,-1-7 0,5-4 0,1-7 0,2-4 0,4-11 0,-3-6 0,2-7 0,1-8 0,-1-4 0,-1-10 0,0-4 0,-2-4 0,-1-8 0,-4-1 0,-1 2 0,-3 2 0,-1 4 0,-1 3 0,-2 2 0,0 5 0,-2 7 0,-2 10 0,0 2 0,0 4 0,0 12 0,0 7 0,0 10 0,0 7 0,0 3 0,0 4 0,0 4 0,0 8 0,0 1 0,1 2 0,2-1 0,-3 0 0,3 2 0,-2 2 0,-1-1 0,1 0 0,0-4 0,2-3 0,-1-5 0,2-1 0,1-7 0,3-5 0,2-8 0,2-5 0,3-4 0,1 0 0</inkml:trace>
  <inkml:trace contextRef="#ctx0" brushRef="#br0" timeOffset="166">546 529 8823,'4'18'0,"0"-3"0,-2 2 0,1 0 0,2 0 0,-3-2 0,1 1 0,0-1 0,1 1 0,2-1 0,-2 0 0,-1 1 0,0-1 0,-3 0 0,0 1 0,0-4 0,-4-5 0,0-3 0</inkml:trace>
  <inkml:trace contextRef="#ctx0" brushRef="#br0" timeOffset="298">507 291 8823,'8'-10'0,"0"3"0,6 4 0,-1 3 0,6 4 0</inkml:trace>
  <inkml:trace contextRef="#ctx0" brushRef="#br0" timeOffset="667">1091 30 8823,'-13'0'0,"0"0"0,-2 0 0,-3 1 0,1 1 0,4 3 0,2 3 0,1 2 0,-1 3 0,0 2 0,3 1 0,-1 2 0,3 2 0,0 6 0,0 2 0,2 3 0,1 2 0,0-2 0,3 3 0,1-2 0,2 1 0,-2-1 0,4 1 0,-1-1 0,0-2 0,1 1 0,2 0 0,-1-1 0,-1 1 0,-3-4 0,0-1 0,-1-2 0,-1-1 0,-3-1 0,-2-1 0,-2-4 0,-1-4 0,-3-5 0,-2-5 0,-1-3 0,-2-3 0,-2-5 0,-2-4 0,-3-3 0</inkml:trace>
  <inkml:trace contextRef="#ctx0" brushRef="#br0" timeOffset="781">807 467 8823,'17'-3'0,"0"-3"0,0-3 0,3-1 0,4-3 0,7 1 0,4-4 0</inkml:trace>
  <inkml:trace contextRef="#ctx0" brushRef="#br0" timeOffset="1117">1520 15 8823,'-8'-5'0,"-1"2"0,-2-1 0,0 4 0,0-2 0,-4 4 0,-1 3 0,-1 4 0,1 2 0,3 1 0,-1 3 0,2 4 0,0 1 0,2 1 0,1 4 0,2 1 0,0 2 0,2 1 0,1 0 0,4 3 0,0 0 0,0 2 0,3 2 0,0 0 0,1 2 0,2 0 0,-2 1 0,-2 2 0,-1 1 0,-1-2 0,0 0 0,-1-7 0,-1-3 0,-3-1 0,-2-6 0,-1-2 0,1-8 0,-6-8 0,-1-5 0,1-8 0,-2-7 0,1-3 0,-2-9 0,1 0 0</inkml:trace>
  <inkml:trace contextRef="#ctx0" brushRef="#br0" timeOffset="1247">1137 421 8823,'7'-12'0,"1"-1"0,0 2 0,0 1 0,3-1 0,0 3 0,6-2 0,1 3 0,2 2 0,5 1 0,0-1 0,0 2 0,-1 3 0,2 6 0,2 3 0</inkml:trace>
  <inkml:trace contextRef="#ctx0" brushRef="#br0" timeOffset="1831">1620 575 8784,'0'15'0,"1"-5"0,2 1 0,4-5 0,7 2 0,3-2 0,2-4 0,2 1 0,-1 0 0,-2-1 0,3 1 0,-3-3 0,-1 0 0,-1 0 0,-4-4 0,-2-2 0,-1-3 0,-5-5 0,-1-4 0,-4 1 0,-4 0 0,-1 2 0,-7 0 0,-2-1 0,-2 1 0,0 3 0,-2 2 0,-1 2 0,0 3 0,1-1 0,-2 4 0,2 1 0,3 2 0,-1 5 0,7 6 0,1 4 0,0 3 0,5 5 0,1 4 0,3 2 0,0 1 0,0 2 0,0 1 0,4 0 0,3 0 0,2 0 0,4-4 0,0-2 0,2-3 0,0-8 0,1-5 0,-1-5 0,0-4 0,3-7 0,0-3 0,0-8 0,-3-5 0</inkml:trace>
  <inkml:trace contextRef="#ctx0" brushRef="#br0" timeOffset="2097">1966 513 8772,'0'17'0,"0"0"0,0 1 0,0-1 0,0-1 0,0 0 0,0 2 0,0-1 0,0 3 0,0 2 0,0 0 0,0 2 0,0 0 0,-1 0 0,-2-2 0,2-4 0,-1 3 0,1-13 0,1-5 0,0-12 0,0-12 0,0-2 0,0-2 0,3 1 0,2-3 0,2 1 0,1-2 0,0 1 0,0 2 0,2 2 0,0 2 0,1-1 0,-2 2 0,2 1 0,1 1 0,-2 5 0,1 2 0</inkml:trace>
  <inkml:trace contextRef="#ctx0" brushRef="#br0" timeOffset="2730">2104 544 8772,'0'15'0,"0"1"-1,0-1 1,0-2 0,1 1 0,1 2 0,2-3 0,5 2 0,0-1 0,2-3 0,2 3 0,0-3 0,2 0 0,3 0 0,-2-3 0,3-4 0,-1 0 0,0-3 0,0-3 0,-3-3 0,0-3 0,-2-2 0,-1-5 0,-3-3 0,-3-2 0,-2-1 0,-1 1 0,-4 0 0,-2-1 0,-2 2 0,-3-3 0,-2 4 0,-2 1 0,0 1 0,-3 4 0,1 3 0,-4 3 0,1 3 0,0 4 0,1 4 0,1 5 0,2 7 0,8 4 0,2 2 0,3 3 0,0 3 0,0 5 0,3 1 0,2 2 0,3 1 0,1-1 0,2-1 0,1-3 0,1-5 0,2-4 0,0-5 0,-2-6 0,0-8 0,-3-6 0,1-7 0,0-6 0,-3-8 0,2-6 0,-1-3 0,-1-2 0,-1 0 0,0-1 0,-1 2 0,-1 2 0,-2 4 0,1 1 0,0 1 0,-3 1 0,0 6 0,-1 1 0,1 11 0,1 5-1,0 9 1,3 4 0,-1 4-1,0 1 0,2 5 0,-2 0 0,0 4 0,0-2 0,-2 1 0,1 3 0,0-2 1,1 1-1,-1-3 1,1-2-1,-2-1 1,3-2 0,0-11 0,3-7 0,-2-9 0,4-11 0,-1-2 0,-1-2 0,-1-5 0,1-1 0,0-2 0,-1 0 0,2 1 0,0 2 0,1 2 0,0 2 0,-2 1 0,0 5 0,0 3 0,0 6 0,2 8-1,3 4 1,-2 7 0,-1 4 0,0 3-2,0 1 1,-1 4 0,1 3 0,-2-1-1,0-1 1,-1-1 0,-1 0 0,-2 0 0,0 0 0,1-6 1,-2-3 0,1-2 0,1-5 0,3-4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35.77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115 584 8759,'-4'-4'-1,"-3"0"0,0 2-1,-6-1 1,4 1 0,1 5 0,-2 2 1,3 4 0,-3 2 0,1 2 0,1 3 0,3 1 0,0 2 0,0 1 0,1-1 0,0-1 0,4 2 0,1-1 0,2-2 0,3-4 0,6-4 0,3-3 0,-1-4 0,-1-7 0,1-7 0,0-4 0,-1-3 0,-1-5 0,-1-1 0,-1-1 0,-2 1 0,-1 3 0,-1 0 0,-1 2 0,-3 3 0,1 4 0,-3 10 0,0 10 0,1 10 0,2 3 0,1 3 0,0 3 0,3 0 0,-2 3 0,2-2 0,1 0 0,0 1 0,1-3 0,2-1 0,-2-2 0,2-7 0,1-6 0,3-3 0,-5-7 0,3-10 0,-7-4 0,-3-8 0</inkml:trace>
  <inkml:trace contextRef="#ctx0" brushRef="#br0" timeOffset="384">346 62 8693,'5'13'-4,"-1"0"1,0 1 2,1 0 1,-3 4 0,3 3-1,1 2 1,1 2 0,-2 5 0,0 5 0,1 3 0,1 4 0,-2 2 0,-1 2 0,0 0 0,-2 0 0,-2-2 0,0-4 0,0-7 0,0-8 0,0-6 0,0-12 0,1-7 0,2-8 0,2-6 0,4-1 0,2-1 0,1 1 0,-1-1 0,1 1 0,-1 1 0,1 1 0,-1 3 0,1 4 0,2 5 0,0 6 0,-5 5 0,-1 4 0,-2 5 0,0 4 0,-1 5 0,1 2 0,-3 0 0,0 1 0,-2-1 0,-1-2 0,0 0 0,-1-5 0,-2-3 0,-2-3 0,-3-6 0,-3-4 0,-4-6 0,0-8 0,-4-5 0</inkml:trace>
  <inkml:trace contextRef="#ctx0" brushRef="#br0" timeOffset="949">791 0 8617,'4'14'0,"-1"1"0,1 1 0,-3 3 0,1 1 0,-1 7 0,-1 7 0,0 6 0,-1 7 0,-1 4 0,-3 2 0,0 5 0,0-2 0,-1-3 0,-1-4 0,3-4 0,2-5 0,1-7 0,1-8 0,3-6 0,2-4 0,2-2 0,1-3 0,0-5 0,3-3 0,1-4 0,2-1 0,-1-4 0,0 1 0,-2-5 0,-1 5 0,-2 1 0,3 0 0,1-2 0,3-1 0,0 0 0,1 0 0,0-3 0,2 0 0,2-1 0,2-3 0,-1 2 0,-2-2 0,0-3 0,2 2 0,-4-2 0,-3 2 0,-3 0 0,-6 1 0,-2 0 0,-3 0 0,-3 2 0,-2 5 0,-6 4 0,-3 0 0,-3 2 0,-1 2 0,2 0 0,1 4 0,0 4 0,3 0 0,1 5 0,1 1 0,3 0 0,-3 1 0,6 1 0,-1 0 0,0 2 0,3 1 0,0 3 0,1 0 0,1 2 0,0 4 0,0 0 0,0 2 0,0 1 0,3-4 0,3-2 0,3-4 0,1-3 0,3 0 0,0-3 0,2-4 0,0-4 0,1-4 0,1-3 0,2 0 0,1 0 0,-3-3 0,1-2 0,-2-2 0,-1-1 0,0 1 0,-2-1 0,-2-3 0,-4-1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45.24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436 116 8740,'-3'13'0,"-3"-2"0,-5-1 0,1-2 0,-1 1 0,0 2 0,-2 1 0,0 2 0,-4 2 0,4-1 0,-3 2 0,-2 2 0,-3 2 0,-3 3 0,-3 1 0,-3 0 0,0 1 0,1 0 0,1-1 0,1 1 0,4-3 0,4-2 0,3-4 0,6-1 0,3-3 0,5 0 0,2-5 0,3 1 0,6 1 0,1 2 0,7 2 0,-1 2 0,1 0 0,3 4 0,3 4 0,3 1 0,2 3 0,0 1 0,3 3 0,-1-2 0,0 0 0,2-3 0,-1 0 0,0-2 0,-1-4 0,-3-2 0,0-2 0,0-2 0,-2-1 0,-2-4 0,-1-2 0,-3 0 0,-2-2 0,1 0 0,-4 2 0,-2 0 0,-2 0 0,-3 3 0,-4-1 0,-9 3 0,-4 0 0</inkml:trace>
  <inkml:trace contextRef="#ctx0" brushRef="#br0" timeOffset="1398">1116 1 8697,'-9'7'0,"1"4"0,-3-5 0,0 5 0,-1 2 0,-1 2 0,1 2 0,1-1 0,2 0 0,2-2 0,1 3 0,0 0 0,-1 0 0,1 3 0,0-3 0,2 0 0,2 0 0,1 0 0,1-2 0,1-1 0,1 0 0,2-4 0,5-2 0,1-1 0,4 1 0,2-1 0,1-1 0,-5-1 0,1 1 0,-2-2 0,-5 2 0,-6 1 0,-4-3 0,-7 3 0,-3-2 0,1 1 0,-2 1 0,-1 2 0,2-2 0,-1 4 0,5 0 0,4 2 0,4-3 0,6-2 0,3 1 0,6-1 0,0-1 0,-2-1 0,-1 4 0,2 1 0,-4-2 0,-1 5 0,-2 0 0,-3-1 0,0 2 0,-1-2 0,-5-2 0,-2-1 0,-4-1 0,-2 0 0,-1-3 0,-1 0 0,-1 1 0,0-1 0,-3 0 0,4-1 0,0-1 0,1-2 0,0 2 0,0-1 0,3 2 0,-1-1 0,6 3 0,2 1 0,3 3 0,4 1 0,2 1 0,1 2 0,-1 0 0,3 0 0,2 0 0,1 2 0,1 2 0,3-1 0,1 0 0,1-1 0,2 1 0,1-2 0,1 0 0,1-2 0,1 1 0,-2 0 0,0-4 0,0 0 0,-1 0 0,2 1 0,-3 1 0,-2-1 0,-2-1 0,-1 0 0,-2-2 0,0-1 0,-1-1 0,-1-3 0,0 0 0,-6 1 0,0 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48.17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129 65 8674,'-7'0'0,"-2"0"0,9 0 0,-7-2 0,1 2 0,1 0 0,-4 7 0,1 4 0,-2 6 0,1 1 0,2 1 0,-1 3 0,-1 3 0,1 2 0,1 3 0,1 4 0,0 2 0,2 3 0,1 1 0,3-1 0,0 0 0,3-3 0,1-1 0,4-5 0,1-5 0,1-3 0,1-1 0,4-2 0,0-2 0,-1-2 0,-1-4 0,2-2 0,1-5 0,0-3 0,-1-2 0,3-3 0,-1-5 0,2-1 0</inkml:trace>
  <inkml:trace contextRef="#ctx0" brushRef="#br0" timeOffset="269">289 251 8674,'0'14'0,"-2"-1"0,2-5 0,2-2 0,7-2 0,7-4 0,0-1 0,2-1 0,3-2 0,1-2 0,0-1 0,0 1 0,-1 0 0,-2-1 0,1 1 0,-1-1 0,-3-2 0,3 2 0,-3-2 0</inkml:trace>
  <inkml:trace contextRef="#ctx0" brushRef="#br0" timeOffset="486">450 97 8674,'-7'18'0,"0"0"0,-1-3 0,0-2 0,-1 2 0,2 1 0,0-1 0,1 1 0,-2 3 0,6-1 0,1 3 0,0 2 0,1 3 0,0 2 0,0 0 0,0 0 0,3-2 0,2 0 0,2-2 0,2-2 0,3-4 0,0-3 0,2-2 0,0-2 0,3-4 0,0-4 0,1 0 0,-1-1 0,-1-4 0,-1-5 0,2-3 0</inkml:trace>
  <inkml:trace contextRef="#ctx0" brushRef="#br0" timeOffset="736">738 90 8674,'10'16'0,"0"-3"0,2 0 0,-1-3 0,0 0 0,0 1 0,-1 3 0,0 3 0,-1 1 0,-1 2 0,-1 0 0,-1 4 0,-2 7 0,-1 6 0,-3 4 0,-3 2 0,-4-3 0,-3-1 0,-2-3 0,0-2 0,1-5 0,3-3 0,-2-6 0,0-13 0,-3-5 0</inkml:trace>
  <inkml:trace contextRef="#ctx0" brushRef="#br0" timeOffset="1584">1130 1 8674,'-13'0'0,"5"3"0,6 1 0,3-1 0,11 2 0,1 0 0,4 0 0,2 5 0,2 0 0,2 2 0,0 1 0,4 1 0,-1 0 0,3 2 0,1 3 0,0-4 0,-1 1 0,-1-4 0,-1-3 0,0 1 0,-2 0 0,-2-1 0,-4-2 0,-3-1 0,-3-2 0,0-1 0,0 3 0,-8-1 0,-5 1 0,-4 1 0,-8-4 0,-2 1 0,0-2 0,-1 2 0,0 1 0,1 1 0,-3 7 0,-2 6 0,-1 6 0,-1 3 0,-1 2 0,0 0 0,-1-3 0,-1 0 0,-1-4 0,-1-3 0,1-2 0,-1-3 0,2-4 0,2 1 0,0 0 0,1 0 0,4 3 0,2-2 0,1 0 0,1 2 0</inkml:trace>
  <inkml:trace contextRef="#ctx0" brushRef="#br0" timeOffset="2167">1893 238 8674,'16'0'0,"-3"5"0,2 1 0,-1 2 0,-2-1 0,2-3 0,1 0 0,3-1 0,2 1 0,0-3 0,2 1 0,-3-1 0,-2-1 0,2 0 0,-2 0 0,-2 0 0,1 0 0</inkml:trace>
  <inkml:trace contextRef="#ctx0" brushRef="#br0" timeOffset="2317">1970 347 8674,'-9'19'0,"4"-4"0,-2-3 0,7-5 0,3-2 0,9-1 0,4-3 0,5-2 0,0-2 0,0 0 0,2 1 0,3-2 0,-1 1 0,4 1 0,0 2 0</inkml:trace>
  <inkml:trace contextRef="#ctx0" brushRef="#br0" timeOffset="2683">2406 244 8674,'-11'-2'0,"1"2"0,2 4 0,-1 7 0,2 1 0,1 6 0,1-1 0,1 1 0,3 2 0,-1 3 0,1 3 0,1 3 0,3-1 0,2 1 0,3-1 0,2-1 0,3-3 0,2-3 0,2-2 0,2-1 0,1-3 0,0-5 0,2-4 0,1-3 0,1-3 0,1-3 0,0-3 0,-1-4 0,-2-5 0,-4-3 0,0-4 0,-3-3 0,-5-2 0,-4-3 0,-3 1 0,-2-1 0,-4-2 0,-3 2 0,-3-2 0,-4 3 0,-5 3 0,0 2 0,-4 3 0,-1 1 0,3 3 0,-2 3 0,2 3 0,1 2 0,3 2 0,1 1 0,1 2 0,4 4 0,1 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52.57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417 0 8674,'4'16'0,"-3"1"0,-5-2 0,-4-2 0,-7 2 0,4-3 0,-2-2 0,1-1 0,0 0 0,1 0 0,0 2-2,0 3 1,-4 5 0,-2 3-1,-2 1-2,0 1 0,-3 1 0,0 1 1,-2-1 3,0 1 0,-2-3 0,4-2 0,1 0 0,1 0 0,0 1 0,6 1 0,2-3 0,2-2 0,6-4 0,2 2 0,1 0 0,8-1 0,5 2 0,3-2 0,6-2 0,-2-1 0,2-2 0,2 2 0,-2 0 0,3 4 0,-1 3 0,0 4 0,1 2 0,-2 1 0,0 0 0,0 2 0,1-2 0,-3 1 0,-2-2 0,-2-4 0,-1-1 0,-4-1 0,-1 0 0,-1-2 0,1-4 0,-2-2 0,-1-6 0,0-2 0,-4-7 0</inkml:trace>
  <inkml:trace contextRef="#ctx0" brushRef="#br0" timeOffset="1084">949 39 8618,'-8'2'0,"-1"3"0,3 0 0,-5 0 0,0-1 0,1-2 0,-2 3 0,-1 2 0,-1 0 0,-1 4 0,1 0 0,1 4 0,4 3 0,1 3 0,1 2 0,4-1 0,0 0 0,3-2 0,0-1 0,1-3 0,4-1 0,6-1 0,1-4 0,4-2 0,-1-3 0,-1-3 0,4 1 0,-3-1 0,-1-1 0,-1 0 0,-2-3 0,0 0 0,-1-3 0,-7 4 0,-6 0 0,-8 2 0,-2 3 0,1 2 0,-1 0 0,-1 1 0,-2 1 0,-1 0 0,1-1 0,1 0 0,-1 2 0,1 0 0,1 1 0,0 2 0,4 1 0,2 1 0,1 1 0,3-2 0,3 3 0,2 0 0,7-4 0,6 1 0,2-1 0,1-1 0,-3-4 0,0-1 0,1 0 0,2 1 0,-2-1 0,-1 1 0,0-1 0,-4 1 0,1 2 0,-5 1 0,-4 2 0,-6-2 0,-8-3 0,-2-3 0,-1-1 0,-1 1 0,-4-1 0,1 0 0,0 0 0,0 2 0,-1-1 0,2 2 0,1 0 0,-2 1 0,2 2 0,4 4 0,3 3 0,5 0 0,3 0 0,4-3 0,2 1 0,2 1 0,1 1 0,1 3 0,1 0 0,1 1 0,-2-2 0,4 1 0,1-1 0,4 2 0,1 0 0,1-2 0,1-2 0,2 0 0,2 0 0,2-2 0,-1-3 0,-3-4 0,-1 1 0,-3-6 0,-1 2 0,-3-3 0,-1 2 0,-4-3 0</inkml:trace>
  <inkml:trace contextRef="#ctx0" brushRef="#br0" timeOffset="1623">1354 192 8618,'-8'16'0,"0"-3"0,-2 0 0,-2-2 0,0 0 0,2 0 0,-1 0 0,-2-2 0,1 0 0,1 2 0,0 0 0,2 5 0,-1 1 0,1 3 0,1 6 0,2 3 0,2 3 0,1 5 0,3 0 0,0 3 0,0 0 0,0 3 0,0-4 0,3-2 0,3-3 0,2-2 0,4-5 0,0-3 0,3-6 0,1-7 0,2-6 0,0-2 0,-1-3 0,2-5 0,-3-3 0</inkml:trace>
  <inkml:trace contextRef="#ctx0" brushRef="#br0" timeOffset="1833">1437 552 8618,'0'13'0,"1"-1"0,4-2 0,4-4 0,7-6 0,0-4 0,2-1 0,1-2 0,2 0 0,1-1 0,1 0 0,-2-1 0,2 3 0,-1-1 0,-1-2 0,-2 4 0,-2-2 0,-2 0 0,-2-1 0,-3 0 0,0 1 0,-4 1 0</inkml:trace>
  <inkml:trace contextRef="#ctx0" brushRef="#br0" timeOffset="2033">1591 295 8618,'-7'17'0,"1"0"0,-3 0 0,0 3 0,0 0 0,0 1 0,0 3 0,3 3 0,2 1 0,2 1 0,1-2 0,1 1 0,1-1 0,1 1 0,4-2 0,3-1 0,1-3 0,1-4 0,2-3 0,2-3 0,0-2 0,-1-3 0,-1-2 0,0-2 0,0-2 0,0 0 0,0-1 0,-1-3 0,1-1 0</inkml:trace>
  <inkml:trace contextRef="#ctx0" brushRef="#br0" timeOffset="2283">1899 205 8618,'8'10'0,"1"0"0,-1 2 0,3 0 0,0 0 0,0-1 0,1 0 0,1 3 0,1 2 0,1 0 0,-2 2 0,2 4 0,-1 5 0,-2 4 0,-2 2 0,-2 4 0,-3 1 0,-3 2 0,-4 4 0,-5 1 0,-3 0 0,-2-1 0,-3-2 0,-1-7 0,1-2 0,-1-2 0,1-7 0,2 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7:57.00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223 1 8618,'-6'12'0,"-1"-3"0,-2 0 0,-1-4 0,-3 4 0,1 2 0,2 1 0,1 3 0,5 3 0,2-1 0,1-3 0,2 2 0,1 0 0,1-3 0,4 2 0,-1-1 0,1-3 0,2-1 0,1-1 0,0 0 0,1 0 0,1 1 0,1 2 0,0-1 0,-7 0 0,-1-6 0,-10 6 0,-5-5 0,-3 1 0,-1 0 0,-4 0 0,1 1 0,-2 1 0,3-1 0,4-1 0,8 2 0,5-2 0,10 2 0,0 0 0,5 1 0,-1 2 0,-1-3 0,1 4 0,-2-2 0,-3 2 0,-3 0 0,-5 0 0,-7-3 0,-4-1 0,-5 0 0,-2-1 0,-2 0 0,2-1 0,0 0 0,-1-1 0,-1 0 0,0 1 0,-1-1 0,2 3 0,2-1 0,2 0 0,1 3 0,1 2 0,5 0 0,4 4 0,4-2 0,1 0 0,4-2 0,2 0 0,2 0 0,1 0 0,1 0 0,2 1 0,2 1 0,2 1 0,0-2 0,0 1 0,1 0 0,1-2 0,0 0 0,-1-1 0,-2-1 0,0-1 0,-2-2 0,-1 2 0,1 0 0,0 0 0,-1-4 0,1-3 0,-5-3 0,-3-3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8:00.94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193 109 8724,'-2'8'0,"-2"-4"0,1-3 0,-5-1 0,-1 1 0,-4 1 0,-1 2 0,0 4 0,2 2 0,0 2 0,0 0 0,-1 6 0,0 0 0,1 3 0,-1 2 0,1 5 0,2 2 0,3 1 0,2 4 0,2 0 0,2 0 0,0 2 0,5-5 0,2-2 0,2-5 0,2-1 0,2-3 0,2 1 0,1-2 0,-1-3 0,0-4 0,-1-2 0,1-3 0,1-1 0,0 0 0,-2-1 0,0 1 0,0-1 0</inkml:trace>
  <inkml:trace contextRef="#ctx0" brushRef="#br0" timeOffset="715">693 0 8724,'-3'19'0,"0"-2"0,-2-1 0,-2-1 0,4 1 0,-3 2 0,1-2 0,1 0 0,-1-1 0,3-2 0,1 0 0,0-1 0,1 1 0</inkml:trace>
  <inkml:trace contextRef="#ctx0" brushRef="#br0" timeOffset="1032">873 109 8724,'4'19'0,"0"-1"0,-2-2 0,0 0 0,1-1 0,-1-2 0,2 0 0,1-1 0,1 3 0,0 1 0,1 0 0,-1 2 0,0 1 0,1 4 0,-1 2 0,-2 4 0,-1 3 0,-5 0 0,-1 1 0,-4 1 0,-3 1 0,-1 0 0,-1-2 0,-1-2 0,0-8 0,0-1 0,-2-7 0,0-3 0,-2-6 0,3-3 0,-2-3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8:03.07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8724,'8'4'0,"1"0"0,1 3 0,5 2 0,0 0 0,-2 1 0,3-1 0,1 0 0,2 0 0,3 1 0,0 0 0,4-4 0,0 1 0,-1-1 0,3 0 0,-1-1 0,-1-2 0,-2 0 0,-1 0 0,1-2 0,-2 1 0,-2 0 0,-2 1 0,-5 0 0,0 0 0,-1 4 0,-2 4 0,-3 2 0,-6 0 0,-5 0 0,-1-1 0,-6-5 0,0 1 0,-1 0 0,-2 3 0,-1-2 0,-2 1 0,-1 1 0,-2 2 0,-2-1 0,-1 1 0,-2 0 0,-1 3 0,1 2 0,-1 2 0,0 4 0,-2 6 0,1 2 0,2 1 0,3-1 0,5-3 0,2-4 0,3-3 0,4-4 0,-1-8 0,5 1 0,-2-4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8:13.49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58 390 9590,'6'8'0,"4"-3"0,3-4 0,6-1 0,0 0 0,0 0 0,2 0 0,-3 0 0,4 0 0,1 0 0,-1 0 0,-3 2 0,4 1 0,-2 4 0,-4 1 0,-2-4 0,-6 6 0,-4 1 0,3 2 0,0 1 0</inkml:trace>
  <inkml:trace contextRef="#ctx0" brushRef="#br0" timeOffset="161">29 635 9590,'-7'23'0,"4"2"0,-5-6 0,2-1 0,1-2 0,13-8 0,5-3 0,6-3 0,4-2 0,-1-5 0,4 0 0,-2 0 0,1-1 0,-4 4 0,6-4 0,-4 6 0</inkml:trace>
  <inkml:trace contextRef="#ctx0" brushRef="#br0" timeOffset="747">952 0 9590,'-10'5'0,"1"0"0,-1 6 0,-4-1 0,-1 3 0,1 0 0,0-2 0,1-2 0,3 3 0,-3 0 0,5 3 0,0-1 0,3 1 0,-1 1 0,1 1 0,2 3 0,1-3 0,4 4 0,1-2 0,4-1 0,1-2 0,1 3 0,6 2 0,-1 0 0,1 0 0,4 3 0,0-3 0,-1-1 0,-2 1 0,3 3 0,0-3 0,-1 2 0,-2 2 0,-2 2 0,1 2 0,-3-1 0,-2-4 0,1 3 0,-6-3 0,-2 2 0,-1-2 0,-4 1 0,-3-6 0,-6 1 0,-6 1 0,-1-5 0,-6 1 0,-2-4 0,-1-3 0,-2-2 0,0 1 0,1-4 0,-1-3 0,5-4 0,1-3 0,2-6 0,4-7 0,7-4 0,5-7 0,4 0 0,1 0 0,1-4 0,4-1 0,5 2 0,3 2 0,1 1 0,0 1 0,1 3 0,-1 1 0,1 1 0,-1 1 0,2 8 0,3 7 0,-3 1 0,4 1 0,-3 2 0,2 1 0,-3 2 0,5 13 0,-6 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8:16.62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212 78 9590,'-7'8'0,"-1"1"0,0-5 0,-3 4 0,0 2 0,-4 5 0,0 2 0,2 0 0,1 1 0,-2 3 0,1 1 0,-3 5 0,1 2 0,1 3 0,3 0 0,0 2 0,3 0 0,2-1 0,3-2 0,3-3 0,0-5 0,3-2 0,4-1 0,0-1 0,3-3 0,2-3 0,3-4 0,-2-2 0,3-3 0,-1-2 0,0-1 0,1-2 0,-1-4 0,1 1 0,3-5 0</inkml:trace>
  <inkml:trace contextRef="#ctx0" brushRef="#br0" timeOffset="233">283 296 9590,'1'11'0,"3"-2"0,2-7 0,6 0 0,2-4 0,3-1 0,1-4 0,2 1 0,4 0 0,-2-1 0,-1 1 0,-1 2 0,0 2 0,-1 1 0,3-1 0,1-2 0</inkml:trace>
  <inkml:trace contextRef="#ctx0" brushRef="#br0" timeOffset="467">450 154 9590,'-4'13'0,"-2"1"0,-2 1 0,-2 0 0,1 3 0,1-3 0,1-2 0,3 4 0,0 2 0,2 3 0,0 1 0,-1 2 0,1-2 0,1 2 0,0 1 0,2-3 0,0 0 0,2-2 0,1-2 0,0 0 0,3-2 0,1-1 0,3-1 0,-1-4 0,1-1 0,0 0 0,1-3 0,4 1 0,0-2 0</inkml:trace>
  <inkml:trace contextRef="#ctx0" brushRef="#br0" timeOffset="698">578 424 9590,'7'9'0,"2"-2"0,3-5 0,5-3 0,-1-1 0,1-2 0,-3 1 0,1 2 0,-1 0 0,2-2 0,-2 3 0,2-3 0</inkml:trace>
  <inkml:trace contextRef="#ctx0" brushRef="#br0" timeOffset="950">854 308 9590,'10'8'0,"1"-1"0,0-2 0,4-5 0,3-1 0,1 0 0,-2-2 0,-3-1 0,-1 3 0,0-2 0,2 1 0,0 0 0,2-1 0,-3 3 0,2 0 0</inkml:trace>
  <inkml:trace contextRef="#ctx0" brushRef="#br0" timeOffset="1167">1046 219 9590,'-7'8'0,"-2"1"0,2 1 0,-1 5 0,1 2 0,3 1 0,2-3 0,1 3 0,1 3 0,0 2 0,1 2 0,0-1 0,1-1 0,3-2 0,0 0 0,0-1 0,2 0 0,-1-6 0,2-1 0,3-1 0,-3-6 0,5-2 0,-1-2 0,0-2 0</inkml:trace>
  <inkml:trace contextRef="#ctx0" brushRef="#br0" timeOffset="1401">1174 1 9590,'4'8'0,"-2"1"0,-1-1 0,-1 6 0,0 1 0,-1-4 0,-1 2 0,1-2 0,-2 2 0</inkml:trace>
  <inkml:trace contextRef="#ctx0" brushRef="#br0" timeOffset="1633">1354 154 9590,'12'13'0,"-1"1"0,0 1 0,-3-2 0,1 2 0,-2-1 0,-1-1 0,0 5 0,1 2 0,-1 4 0,-2 2 0,-1 4 0,-3 0 0,-2 1 0,-2-1 0,-3 0 0,-6-2 0,0-2 0,-2-1 0,-4-1 0,-2-3 0,-6 6 0,0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9:00.76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12 13 8620,'-7'7'0,"2"2"0,7-2 0,2 2 0,2 5 0,1 0 0,-1 1 0,0 3 0,0 1 0,-1 2 0,-1 2 0,-1 3 0,0 1 0,0 1 0,-2-2 0,0-3 0,-1-2 0,0-2 0,0-2 0,0-7 0,-1-6 0,0-10 0,-1-6 0,0-5 0,2-1 0,0-6 0,0 1 0,0 0 0,0-2 0,0 4 0,3 0 0,1-1 0,2 0 0,0 0 0,0 3 0,1 0 0,1 4 0,2 0 0,0 1 0,1 1 0,2 6 0,1 1 0,1 2 0,0 3 0,-2 3 0,0 2 0,-1 2 0,-2 3 0,0 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9:01.11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20 135 8620,'7'20'0,"-2"-5"0,2-5 0,4-5 0,1-6 0,4-4 0,0-4 0,1-3 0,1-2 0,1-3 0,-2 0 0,-2 0 0,-2 2 0,-3 2 0,-1 0 0,-6-2 0,-5 0 0,-5 5 0,-6 4 0,0 3 0,-2 1 0,1 2 0,-3 0 0,1 0 0,2 3 0,-1 1 0,0 4 0,0 1 0,2 1 0,2 4 0,1 3 0,1 4 0,1 3 0,4-2 0,2 2 0,1 1 0,1 2 0,1-1 0,1-1 0,2-3 0,2-2 0,3-3 0,2-2 0,1-3 0,1-4 0,-1 0 0,2-6 0,1-1 0,2-2 0,1-6 0,0-4 0,-1-1 0,1-3 0,-3 1 0,4-2 0,-3 4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9:04.53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180 64 9461,'7'0'0,"-2"-5"0,-10-1 0,-2-5 0,-8 1 0,-1-2 0,-1 2 0,2 4 0,-1 2 0,1 5 0,1 2 0,0 3 0,2 4 0,-1 5 0,3 2 0,1 2 0,3 1 0,2 1 0,1 2 0,3 0 0,5 1 0,2-3 0,2-2 0,2-1 0,2-5 0,0 0 0,1-4 0,1-4 0,0-3 0,-2-2 0,0-1 0,0-3 0,0-4 0,-1-8 0,1-2 0,-3-3 0,2-5 0,-4 2 0,0 1 0,-1 0 0,0 1 0,-2 3 0,0 0 0,-3 3 0,-2 7 0,-2 9 0,0 7 0,0 7 0,2 3 0,0 2 0,0 0 0,0 1 0,1 1 0,1 1 0,2 1 0,0 0 0,1 0 0,1-2 0,2-1 0,1-2 0,-1-2 0,1-5 0,1-3 0,-1-4 0,2-7 0,-1-5 0,0-4 0,2-5 0,-5 0 0,3-2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9:04.76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32 1 9461,'0'13'0,"0"-1"0,-4 3 0,-1 0 0,1 0 0,0-2 0,0 3 0,2 2 0,0 2 0,2 4 0,0 2 0,0 4 0,0 5 0,0 4 0,0 3 0,0 3 0,0-1 0,0-1 0,-3-2 0,1-6 0,1-4 0,0-7 0,5-7 0,4-10 0,4-4 0,3-10 0,-3-8 0,4-5 0,1-3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9:04.96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 9461,'4'14'0,"-2"3"0,-2-2 0,-1 5 0,-2 0 0,2 3 0,0 3 0,1 2 0,0 5 0,0 2 0,0 6 0,0 2 0,0 1 0,0 1 0,0-1 0,0-2 0,0-4 0,0-6 0,2-4 0,1-6 0,2-6 0,2-4 0,0-6 0,3-7 0,-1-5 0,2-3 0,-1-4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9:05.55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9461,'4'17'0,"-2"-2"0,-1 0 0,-1 0 0,0 0 0,0-2 0,0 0 0,0 1 0,1 0 0,1 1 0,1 0 0,4-2 0,0-1 0,1 1 0,2-2 0,1-2 0,0-1 0,0-2 0,1-4 0,1-1 0,0-2 0,2-7 0,0-3 0,-1-1 0,0 0 0,-2-1 0,-1-1 0,0-2 0,0 0 0,1 1 0,1-2 0,-1 0 0,-1 0 0,0 2 0,-1 2 0,2 0 0,-2 4 0,3 2 0,-5 7 0,1 7 0,-2 4 0,-1 3 0,1 3 0,-1 4 0,0 3 0,-2 4 0,2 3 0,-3 3 0,1 0 0,-2 1 0,-1 1 0,-1 3 0,0 0 0,0 0 0,-6-2 0,-3-6 0,-2-1 0,-2-2 0,-2-2 0,-3-3 0,-2-2 0,-2-3 0,-2-5 0,1-3 0,-2-1 0,2-4 0,-1-1 0,2-5 0,2-1 0,2-2 0,4-3 0,3-4 0,4 2 0,7-4 0,3-1 0,4 0 0,7-2 0,0-1 0,1 1 0,5-1 0,0-2 0,1-1 0,2 1 0,1 0 0,0-1 0,3-1 0,3 0 0,-1-1 0,0 4 0,1 2 0,-1 3 0,-3 1 0,-1 5 0,-5 2 0,-4 2 0,-3 3 0,0 5 0,0 0 0,-4 2 0,-2 2 0,-4-5 0,-3 2 0,-5-6 0,-5-3 0,-7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1:59:32.16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1 161 8677,'9'7'-2,"1"-2"0,1-1 1,4-5 0,2-2 0,1 1 1,-2-3-1,1 0-1,1 0 1,0-1 0,4 2 0,-1 1-1,-1-1 0,3-1 1,-5 2-1,0 1-1,-1 2 0,-1 0-1,0 0 4,0 0 0,-4 0 0,0 0 0</inkml:trace>
  <inkml:trace contextRef="#ctx0" brushRef="#br0" timeOffset="249">241 1 8634,'-13'10'-1,"3"1"1,4-3 0,0-3 0,0 1 0,2 0 0,-2 2 0,4 2 0,0 6 0,1 0 0,1 3 0,0 2 0,0 6 0,0 2 0,0 3 0,1 0 0,1 3 0,1 1 0,2 1 0,-3-2 0,4-3 0,0-3 0,1-2 0,4-4 0,0-5 0,1-4 0,4-8 0,3-3 0,0-6 0,-3-2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00:23.23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13 385 8697,'0'12'-20,"-1"1"17,-3 0 1,2-5-1,-2 0 1,3 2 1,1 2 0,4 0 0,2 2 1,-1 3 0,1 4 0,2 3 0,-4 1 0,1 0 0,0 1 0,-3 0 0,2 2 0,-3 2 0,-1-2 0,0-7 0,0-4 0,0-3 0,0-2 0,0 1 0,0-7 0,0-6 0,0-9 0,0-6 0,0-5 0,2-5 0,2-2 0,4-2 0,-1 1 0,2-5 0,1 4 0,1 5 0,0-1 0,-1 4 0,-2-2 0,2 2 0,0-1 0,0 5 0,-2 3 0,2 4 0,-3 0 0,0 5 0,0-1 0,0 1 0,-3 2 0,5 7 0,-7 3 0,3 7 0,-4 3 0,-1 4 0,1 3 0,2 2 0,1 2 0,-1 2 0,-1 4 0,-2-4 0,0 1 0,0 0 0,0 3 0,1-5 0,2-2 0,1-5 0,2-5 0,-2-8 0,-1-4 0,4-6 0,-2-5 0,-2-6 0,3-7 0,-2-6 0,0-1 0,2-4 0,-3 3 0,4-2 0,0 2 0,0 2 0,-3 4 0,3 1 0,0 2 0,0 3 0,-3 1 0,3 1 0,0 2 0,0 2 0,-3 4 0,5 5 0,-5 5 0,3 4 0,0 2 0,0 2 0,-4 1 0,2 1 0,0 3 0,-1 2 0,4 5 0,-2 5 0,-1-2 0,1-2 0,0-2 0,-3-1 0,2-4 0,2 0 0,-4-3 0,3-3 0,-1 0 0,-2-2 0,5-3 0,-5-2 0,3-6 0</inkml:trace>
  <inkml:trace contextRef="#ctx0" brushRef="#br0" timeOffset="864">1024 410 8650,'-13'-4'0,"0"0"0,1 1 0,3 1 0,1 2 0,-2 0 0,-1 0 0,-2 0 0,1 0 0,-1 0 0,0 6 0,1 4 0,-1 5 0,0 6 0,1 5 0,-1 3 0,2 3 0,2 1 0,0 3 0,4-4 0,3 2 0,0 0 0,2-8 0,0 0 0,2-8 0,2-4 0,3-7 0,5-3 0,3-4 0,1-4 0,-2-9 0,3-9 0,-1-6 0,0-6 0,-1-8 0,1-4 0,0-3 0,1-2 0,-3 1 0,3-2 0,-3 0 0,-2 1 0,-1 3 0,-1 9 0,-3 0 0,-1 1 0,2 3 0,-4 11 0,-1 3 0,-1 4 0,-2 3 0,0 2 0,0-1 0,0 7 0,0 6 0,0 7 0,0 6 0,0 4 0,0 4 0,0 3 0,0 2 0,0 2 0,-2 3 0,-2 2 0,3-1 0,-4 3 0,4 0 0,1 4 0,-4 3 0,0 6 0,-1-2 0,0 2 0,3-3 0,-2 0 0,3-2 0,1-2 0,0-12 0,1-6 0,3-8 0,5-8 0,2-5 0,2-8 0,-1-6 0,1-12 0,0-9 0</inkml:trace>
  <inkml:trace contextRef="#ctx0" brushRef="#br0" timeOffset="1145">1301 309 8650,'7'6'0,"3"-4"0,-6 7 0,-1 1 0,0 1 0,0 1 0,1 3 0,-1 1 0,2 0 0,0 5 0,-1 3 0,1 4 0,-3 4 0,3 6 0,1 0 0,-5 4 0,4 0 0,-2-1 0,-1-3 0,3-5 0,-1-3 0,-3-9 0,3-4 0,3-12 0,6-8 0,0-8 0,-5-16 0,0-2 0,2-7 0,1-7 0,1 3 0,-2-5 0,-2 1 0,2 4 0,0-4 0,-1 3 0,-2 5 0,-1 5 0,2 6 0,-2 4 0,1 5 0,3 7 0,-3 4 0,0 10 0,-1 3 0,3 9 0,-2 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00:26.42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1 176 8650,'5'-6'0,"7"2"0,0 4 0,8-3 0,1 0 0,1 0 0,0-1 0,-1 2 0,3-4 0,1-1 0,-2-2 0,3 3 0,-5 1 0,0 1 0,-2 2 0,-8 1 0,1 1 0,-15 4 0,2 1 0</inkml:trace>
  <inkml:trace contextRef="#ctx0" brushRef="#br0" timeOffset="233">130 1 8650,'-10'23'0,"1"3"0,0-5 0,4 1 0,2-4 0,2-3 0,2 1 0,2 0 0,-1 3 0,3 1 0,0 3 0,0 0 0,-2 2 0,2 2 0,1 1 0,-1 0 0,2-2 0,4-1 0,1-4 0,0-1 0,2-3 0,2-3 0,5-4 0,-2-6 0,2-8 0,-4-6 0,-2-4 0,0-6 0,0-2 0,-2-3 0,-3 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00:28.10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1 488 8650,'0'15'0,"1"-2"0,2-4 0,9-4 0,7-2 0,0-2 0,1-1 0,-1 0 0,1 0 0,2 0 0,-2 0 0,0 0 0,-2 0 0,1 0 0,-1 0 0,-3 3 0,0 1 0,-2 2 0,-1 0 0,-2 3 0</inkml:trace>
  <inkml:trace contextRef="#ctx0" brushRef="#br0" timeOffset="200">102 682 8650,'-9'9'0,"3"0"0,0 0 0,5-2 0,1-4 0,5-3 0,8-6 0,6 3 0,0 2 0,4 1 0,0 0 0,-2 0 0,-2 0 0,-1 0 0,1 0 0,-1 0 0,1 0 0,-2 1 0,-2 2 0,-1-2 0,-5 8 0,0-4 0</inkml:trace>
  <inkml:trace contextRef="#ctx0" brushRef="#br0" timeOffset="1399">3240 588 8650,'15'-3'0,"0"0"0,3 0 0,4 3 0,3 0 0,-1 0 0,-4 0 0,0 1 0,2 2 0,2-1 0,-3 4 0,-4 1 0,2 5 0,-5 3 0</inkml:trace>
  <inkml:trace contextRef="#ctx0" brushRef="#br0" timeOffset="2351">4363 367 8650,'9'9'0,"1"3"0,-1 1 0,0-2 0,-3-1 0,0 0 0,1 3 0,2 2 0,0 6 0,0 4 0,0 3 0,0 2 0,-2 6 0,-2 4 0,0 0 0,0 1 0,0-3 0,1 0 0,-2-7 0,0-6 0,-2-6 0,5-3 0,-1-8 0,3-9 0,0-7 0,-3-7 0,0-6 0,1-4 0,-2-1 0,3-2 0,-3 0 0,1 0 0,0-3 0,0-2 0,3-4 0,-2 1 0,-1-1 0,-1 0 0,2 1 0,-2 3 0,-1 6 0,3 3 0,-3 7 0,1 1 0,-1 7 0,5 6 0,-3 10 0,3 6 0,1 3 0,-5 2 0</inkml:trace>
  <inkml:trace contextRef="#ctx0" brushRef="#br0" timeOffset="2583">4722 689 8650,'0'20'0,"0"1"0,0-6 0,6-2 0,3-13 0,5-5 0,3-4 0,2 0 0,0 1 0,3 2 0,-2-2 0,4 3 0,-2-2 0,-1 1 0,1 3 0,0-2 0,-2 1 0,0 2 0,-6 1 0,-1-3 0,-3-1 0</inkml:trace>
  <inkml:trace contextRef="#ctx0" brushRef="#br0" timeOffset="2766">4897 579 8650,'-14'10'0,"2"1"0,2 2 0,0 2 0,4 0 0,0 4 0,0-1 0,1 0 0,1 1 0,4 0 0,0 2 0,0 0 0,4 2 0,2-2 0,2 3 0,1-1 0,4 0 0,-1-5 0,0 1 0,1-1 0,1-1 0,2-1 0,0-4 0,-1-6 0,3-3 0,1-2 0,-5-5 0,-1-1 0</inkml:trace>
  <inkml:trace contextRef="#ctx0" brushRef="#br0" timeOffset="3585">5579 450 8650,'-1'-12'0,"-2"3"0,-6 3 0,-7-1 0,-1 1 0,2 4 0,-1-1 0,0 2 0,-2 1 0,3 7 0,0 3 0,-1 4 0,2 6 0,-2 3 0,3 8 0,2 4 0,1 4 0,5 3 0,2 4 0,2-1 0,1-2 0,1-4 0,3-9 0,4-6 0,3-7 0,6-8 0,-2-6 0,2-7 0,2-5 0,-1-5 0,2-9 0,1-4 0,4-6 0,-3-7 0,1-3 0,-2-2 0,1-1 0,-1-4 0,-2-2 0,-2-3 0,-2 0 0,-2 3 0,-7 1 0,-3 1 0,-2 2 0,-1 5 0,0 5 0,-1 5 0,-2 5 0,1 8 0,-4 1 0,4 5 0,-6 17 0,5 7 0,1 9 0,1 5 0,1 7 0,0 3 0,0 3 0,0 3 0,0 3 0,0 5 0,0 2 0,0 1 0,-3 1 0,0 4 0,1-2 0,1-2 0,1 1 0,0-6 0,0-5 0,0-7 0,4-10 0,3-8 0,5-7 0,5-9 0,4-7 0,0-2 0,-6-5 0,-1-2 0</inkml:trace>
  <inkml:trace contextRef="#ctx0" brushRef="#br0" timeOffset="3784">5892 440 8650,'6'13'0,"0"-1"0,1 0 0,3-4 0,2-1 0,-1-3 0,5-4 0,0 0 0,1 0 0,5 0 0,0-1 0,2-2 0,2-4 0,0 3 0,2 0 0,-1 1 0,1 0 0,-4-3 0,-3 2 0,0 0 0,0 0 0,-6 1 0,3-1 0,-9-2 0</inkml:trace>
  <inkml:trace contextRef="#ctx0" brushRef="#br0" timeOffset="4032">6168 265 8650,'-9'28'0,"0"-1"0,0-3 0,-1-3 0,-3-5 0,6 1 0,-1-1 0,3 1 0,3 2 0,1 2 0,1 2 0,0 0 0,0 3 0,1 0 0,1 2 0,1 1 0,-1 1 0,-1 4 0,0 4 0,1 0 0,1-2 0,3-6 0,-2 1 0,1-2 0,3-2 0,3-4 0,3-5 0,4-4 0,1-8 0,7-4 0,-3-5 0,0-6 0,2-2 0,0-4 0,1-1 0,2-2 0,-9 4 0,3-4 0,-8 4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00:33.77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6 470 8650,'-5'5'0,"9"-1"0,8-4 0,1-1 0,3-1 0,0-2 0,1-1 0,2 2 0,-1-2 0,1-1 0,-1 1 0,0 3 0,1-1 0,-1 2 0,1 1 0,-1 0 0,-8 4 0,-1 1 0,-9 5 0</inkml:trace>
  <inkml:trace contextRef="#ctx0" brushRef="#br0" timeOffset="201">135 341 8650,'-10'17'0,"1"-1"0,0 0 0,0-4 0,0 0 0,3-1 0,3 1 0,3 3 0,2 6 0,1 0 0,4 5 0,-4 0 0,-1 2 0,-1 3 0,-1 3 0,0-5 0,1-2 0,2-4 0,-2-3 0,2 1 0,2-9 0,0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00:39.72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1677 440 8644,'-16'-6'0,"1"3"0,2-1 0,-6 1 0,3 3 0,-6 4 0,4 2 0,3 5 0,-2-1 0,4 6 0,0 3 0,-1 1 0,2 9 0,3 0 0,1 1 0,1 2 0,3 2 0,4-4 0,1-1 0,2-3 0,4-1 0,4-4 0,2-4 0,1-4 0,2-6 0,3-4 0,2-4 0,0-6 0,1-1 0,-3-10 0,3-5 0,2-2 0,0-11 0,-1-4 0,0-5 0,-3-4 0,0-2 0,-2-6 0,0 0 0,-3-1 0,-3 0 0,-6 6 0,-2 3 0,0 2 0,-2 6 0,1 5 0,-2 8 0,-1 5 0,-4 8 0,-1 5 0,-1 10 0,3 9 0,2 9 0,1 6 0,0 2 0,0 6 0,0 7 0,0 4 0,0 3 0,0 3 0,-3 2 0,0 6 0,0 1 0,-1 3 0,2 6 0,-3-1 0,1-2 0,2-5 0,-3-8 0,2-6 0,1-8 0,1-8 0,5-15 0,3-12 0,1-9 0,1-7 0,0-9 0,0-4 0,1-1 0,-1-4 0</inkml:trace>
  <inkml:trace contextRef="#ctx0" brushRef="#br0" timeOffset="550">2100 209 8644,'18'1'0,"-3"2"0,-2 5 0,-4 6 0,-3 4 0,-2 7 0,-4 2 0,1 4 0,2 6 0,-2 10 0,2 3 0,-2 6 0,-1 2 0,-1 3 0,-1-3 0,-1-4 0,1-4 0,1-11 0,2-6 0,2-7 0,3-11 0,6-11 0,4-8 0,-3-7 0,-1-9 0,-1-4 0,2-3 0,-3-7 0,2 0 0,0-3 0,0-3 0,-2 2 0,2-5 0,-1-1 0,-2-2 0,3 0 0,-1 1 0,-1 2 0,-3 4 0,-2 3 0,2 4 0,-1 4 0,-4 7 0,5 16 0,-3 14 0,2 11 0,0 7 0,3 2 0,0 0 0,0 2 0,0 5 0,0 0 0,-2 4 0,-1 2 0,0 1 0,3 3 0,1 0 0,-1 0 0,0-4 0,0-2 0,0-4 0,1-2 0,0-6 0,1-8 0,1-3 0,5-6 0,-3-9 0,0-8 0,0-7 0,-5-9 0,-1-4 0,-2-3 0,2-4 0,-2-5 0,0-2 0,0-3 0,-1-2 0,1-1 0,-2 0 0,0 0 0,-3 0 0,2 1 0,-2 2 0,-1 3 0,0 10 0,-1 6 0,-2 3 0,-2 6 0,-4 6 0,4 10 0,1 13 0</inkml:trace>
  <inkml:trace contextRef="#ctx0" brushRef="#br0" timeOffset="867">2809 642 8644,'10'15'0,"1"-5"0,3-5 0,5-1 0,2-1 0,1-3 0,2 0 0,3 0 0,0 0 0,1 0 0,0-1 0,-1-2 0,0 1 0,-2-3 0,-4 0 0,-2 0 0,-3 2 0,-2-4 0,-1 0 0,-4-1 0,-1-1 0,-3 0 0</inkml:trace>
  <inkml:trace contextRef="#ctx0" brushRef="#br0" timeOffset="1083">3058 504 8644,'-9'27'0,"1"-3"0,1-1 0,0-1 0,2-1 0,-1 2 0,3 1 0,2-1 0,1 1 0,0 1 0,0-1 0,0-1 0,4 2 0,2 0 0,3 0 0,0 0 0,0-2 0,1-2 0,1 0 0,2 0 0,2-6 0,-2-3 0,1-1 0,-1-2 0,3-4 0,0-2 0,1-2 0,1-5 0,-3-3 0,-3-3 0,-2-3 0,4 5 0,-4 0 0,3 3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16:32.06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474 58 8661,'8'-7'0,"2"0"0,-4 3 0,4 2 0,-7 1 0,3 1 0,-15-7 0,2 5 0,-7-4 0,1 2 0,-1-1 0,0 2 0,-1 1 0,1-1 0,-3 2 0,0-1 0,-2 1 0,-1 1 0,0 1 0,-3 1 0,0 3 0,-1 1 0,-3 4 0,2 0 0,-1 1 0,2-1 0,2 3 0,1-1 0,0 4 0,2 0 0,4 4 0,3-1 0,2 3 0,1 2 0,0 4 0,1 3 0,5-1 0,1 0 0,2-3 0,0 1 0,1-3 0,1 0 0,3-1 0,4-4 0,3 0 0,2-1 0,1-3 0,1 0 0,2-3 0,0-3 0,2-3 0,4-2 0,1-1 0,1 0 0,2-5 0,-3-5 0,1-3 0,-2-3 0,0-4 0,-3-4 0,-3-2 0,-2-2 0,-7 0 0,-3 1 0,-2 1 0,-2 1 0,-5-2 0,-4 6 0,-5-2 0,-4-1 0,-3 2 0,-5 0 0,-3 0 0,0 2 0,-2 1 0,-1 1 0,1-1 0,0 1 0,2 3 0,6 2 0,2 4 0,2 1 0,5 8 0,9 6 0,3 5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41.15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 1 8779,'-4'10'-2,"1"-1"1,-2-1 1,0-1 0,2-3 0,4 3 0,2 1 0,-2 1 0,3 2 0,-3 3 0,-1 3 0,3 4 0,1 3 0,-2 3 0,-1 3 0,-1 6 0,0 1 0,0 4 0,0 0 0,-1-5 0,-1-2 0,-2-6 0,2-4 0,1-3 0,1-4 0,0-3 0,0-8 0,0-7 0,0-9 0,0-6 0,1-8 0,1-3 0,3-3 0,1-1 0,0-4 0,4-2 0,-2 0 0,-1 3 0,-1 1 0,5-1 0,-1 0 0,0 1 0,1 4 0,-1 4 0,0 2 0,1 4 0,-5 8 0,1 2 0,1 3 0,-3 7 0,0 8 0,-2 3 0,0 5 0,1 4 0,-4 2 0,1 3-1,2 4 1,-1 0 0,1 6-1,-1 0 0,2-3 0,-3 3 1,3-2-1,0 0 0,-1 2 0,2-9 1,-3 0-1,3-8 0,1-5 0,-3-7 1,4-5-1,1-4 1,-2-8-1,-1-9 1,1-4-1,0-4 1,1-3-1,2-2 1,-1-1-1,-1-2 0,0-4 1,3 3-1,0-1 0,1 3 1,-1 2-1,0 2 1,0 2-1,1 4 0,-1 7 0,0 5 0,1 3 1,-1 9 0,-1 9-1,-1 4 1,-1 8 0,-3 4 0,1 6 0,1 1-1,0 2 1,-1 2 0,3 3 0,-1-2 0,1-2 0,-2 3 0,1-4 0,0 0 0,-1-2 0,2-6 0,-4-2 0,1-3 0,-1-4 0,4-2 0,-2-10 0,4 0 0</inkml:trace>
  <inkml:trace contextRef="#ctx0" brushRef="#br0" timeOffset="1094">856 42 8667,'6'5'0,"-1"-3"0,-4 4 0,1-1 0,2 1 0,-1 1 0,-3 3 0,0 1 0,0-1 0,3 1 0,1 3 0,-1 5 0,2 3 0,-4 5 0,2 4 0,0 0 0,0 0 0,0 3 0,2 0 0,0-2 0,-3-3 0,3-5 0,-2-7 0,1-3 0,0-2 0,-2-7 0,5-2 0,0-6 0,-1-4 0,3-6 0,-3-5 0,1-1 0,0-2 0,-2-4 0,3-2 0,-2-3 0,-1-1 0,2 0 0,-3 0 0,1 0 0,-1 0 0,3 3 0,-2-1 0,-1 1 0,1 7 0,3 0 0,-1 8 0,2 4 0,6 4 0,1 5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46.19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-374 752 9204,'7'2'0,"0"1"0,0-2 0,3 3 0,0-3 0,1-1 0,0 0 0,2-1 0,1-3 0,2-3 0,2-1 0,2 0 0,0 1 0,-3-1 0,1-1 0,-4 0 0,-1 2 0,-2 4 0,-1-3 0,1 0 0</inkml:trace>
  <inkml:trace contextRef="#ctx0" brushRef="#br0" timeOffset="181">-250 649 9204,'-7'5'0,"0"2"0,0 3 0,-3 3 0,1 2 0,2 1 0,-1-3 0,3 5 0,1 0 0,-1 1 0,2-1 0,4-1 0,2 0 0,4-1 0,6 4 0,0-4 0,1 0 0,1-3 0,-2-1 0,3-3 0,0-2 0,-1-4 0,-1-2 0,5-5 0,-3-2 0</inkml:trace>
  <inkml:trace contextRef="#ctx0" brushRef="#br0" timeOffset="717">732 458 9204,'-10'0'0,"3"0"0,0-1 0,-1-1 0,-1-1 0,-3-1 0,0 3 0,-2-1 0,1-2 0,1 1 0,-1 4 0,0 1 0,0 2 0,-2 8 0,1 2 0,2 4 0,0 3 0,3 4 0,1 4 0,2 3 0,2 2 0,0 1 0,4-4 0,0 0 0,0-1 0,5-4 0,2-6 0,2-6 0,1-6 0,2-3 0,0-5 0,2-3 0,-1-3 0,3-11 0,0-10 0,1-4 0,0-3 0,-3-8 0,2-6 0,-1-2 0,-3-2 0,0-4 0,-2-1 0,0-2 0,1 1 0,-5 4 0,-2 0 0,0 5 0,-1 4 0,0 10 0,-3 7 0,0 10 0,0 11 0,0 7 0,4 10 0,-1 11 0,1 7 0,0 5 0,-1 0 0,2 6 0,0 3 0,-3 5 0,0 5 0,1 2 0,0 2 0,-1 1 0,0 2 0,-2 3 0,0-1 0,0 1 0,0-7 0,0-7 0,1-11 0,2-11 0,0-7 0,3-12 0,4-5 0,2-4 0,0-9 0,7-9 0,-3-7 0</inkml:trace>
  <inkml:trace contextRef="#ctx0" brushRef="#br0" timeOffset="1000">1052 324 9204,'6'20'0,"-3"-2"0,-2-1 0,-1 1 0,0 2 0,0 2 0,0 2 0,4 0 0,0 6 0,1 2 0,-1 0 0,4 4 0,-1-1 0,4 1 0,2-1 0,-2-2 0,1-5 0,-3-5 0,-1-5 0,4-4 0,-5-7 0,2-4 0,1-11 0,-1-6 0,-1-5 0,-1-5 0,-1-6 0,2-5 0,-2-3 0,-2-5 0,4 1 0,-2-6 0,1 0 0,0 1 0,-4 1 0,3 6 0,0 1 0,-1 1 0,-2 9 0,1 2 0,1 4 0,-4 12 0,8 6 0,-3 11 0</inkml:trace>
  <inkml:trace contextRef="#ctx0" brushRef="#br0" timeOffset="1233">1413 623 9204,'0'18'0,"0"-2"0,0-1 0,0-3 0,0 0 0,0-8 0,2-3 0,5-3 0,0-6 0,6 1 0,0-2 0,1-1 0,1-1 0,3 1 0,-2 0 0,-1-1 0,3 1 0,-2 0 0,2 0 0,-1-1 0,-5 4 0,2 0 0,-2 1 0,-2 0 0,0-3 0,0 3 0</inkml:trace>
  <inkml:trace contextRef="#ctx0" brushRef="#br0" timeOffset="1366">1598 458 9204,'-7'11'0,"2"0"0,0 3 0,-3 2 0,2 5 0,-1-1 0,1 1 0,3 4 0,0 3 0,2 1 0,1 2 0,3-3 0,3-1 0,2 1 0,3-2 0,3 3 0,-1-5 0,2-2 0,1-4 0,-3-7 0,5-5 0,0-1 0,1-2 0,2-3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48.36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11 9204,'1'9'0,"1"-1"0,1-1 0,5-3 0,-1 2 0,4-2 0,2-2 0,0 0 0,4-4 0,2-1 0,0-4 0,2-1 0,-1 0 0,0 2 0,-3 2 0,2-4 0,-3 2 0</inkml:trace>
  <inkml:trace contextRef="#ctx0" brushRef="#br0" timeOffset="218">93 156 9204,'-3'16'0,"-2"-3"0,1-1 0,-1-2 0,2 1 0,4-6 0,2-1 0,4-4 0,2-4 0,2 2 0,0-4 0,2 0 0,1 1 0,-1 2 0,-1 0 0,0 2 0,2 1 0,1 0 0,-2 0 0,1 0 0,2 0 0,-3 4 0,2 2 0,-5 5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49.71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8684,'3'6'0,"1"1"0,0-4 0,0 0 0,-3-1 0,3 1 0,1 0 0,2-1 0,2-1 0,2-1 0,3 0 0,3 0 0,-1 0 0,2 0 0,1 0 0,4 0 0,0 0 0,3 0 0,-1 0 0,-2 0 0,-1 0 0,-1 5 0,-1 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0.41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 8641,'0'10'0,"0"0"0,0 1 0,0-1 0,0 0 0,0 1 0,0-1 0,0 1 0,0 3 0,4-2 0,0 2 0,2 1 0,2 3 0,0 6 0,0 3 0,-1 3 0,1 1 0,0 3 0,0 1 0,-2-1 0,-2 1 0,3-7 0,-3-2 0,-1-5 0,2-4 0,-3-9 0,5-1 0,-2-9 0,4-6 0,-3-5 0,2-4 0,-2-4 0,1-2 0,1-2 0,1-1 0,0-2 0,-1-3 0,-1 0 0,1 0 0,0 4 0,0 1 0,-1-1 0,1 1 0,-2 4 0,0 0 0,-1 5 0,1 2 0,-2 3 0,1 4 0,1 2 0,0 1 0,-4 7 0,7 8 0,-3 6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0.66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31 8641,'1'11'0,"2"-1"0,0 0 0,2-3 0,-2-1 0,4-2 0,6 0 0,2-4 0,1-1 0,2-3 0,1 2 0,2-5 0,1-1 0,2-1 0,-2-1 0,2-1 0,-2 2 0,-2 2 0,1 3 0,-5-1 0,-1-1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0.86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103 1 8641,'-11'20'0,"0"1"0,-2-1 0,-1-2 0,2-1 0,0-3 0,3 2 0,1-1 0,1-3 0,5 3 0,-1 0 0,3 0 0,3 0 0,3 3 0,4-1 0,0 3 0,1 1 0,0-2 0,2-1 0,0-2 0,0-1 0,2-1 0,0-4 0,0 0 0,0-4 0,-2-1 0,2 0 0,1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1.84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11 8641,'6'-6'0,"1"3"0,-3 2 0,3 1 0,1 0 0,1 0 0,1 0 0,0 1 0,1 2 0,3-2 0,-1 4 0,0 0 0,-2-3 0,-1 5 0,-4 1 0,0 1 0,-4 1 0,2 1 0,-2-1 0,-2 0 0,-2 1 0,-3-1 0,0 0 0,-1 0 0,-2 1 0,2-1 0,1 0 0,-1 1 0,2-1 0,-3-3 0,4 0 0,4-4 0,6 3 0,2-1 0,-1-2 0,1-3 0,3 0 0,-1 0 0,1 1 0,-2 1 0,0 2 0,1-2 0,-1-1 0,0-1 0,0 0 0,1 9 0,-1 3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2.78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164 417 8641,'10'0'0,"1"0"0,-2-1 0,-2-2 0,1 0 0,-4-2 0,2 0 0,-4-3 0,2 1 0,-3-2 0,-1-1 0,-4 3 0,0 1 0,-2 2 0,-1 0 0,-3 4 0,-2 0 0,0 0 0,-2 0 0,-1 5 0,3 2 0,-3 2 0,-1 1 0,3 5 0,-2 2 0,1 4 0,1 3 0,-1 2 0,5 5 0,1 0 0,1 0 0,5 0 0,-2 0 0,4-1 0,4-3 0,1-5 0,7-7 0,0-4 0,2-5 0,1 0 0,-2-4 0,1-3 0,2-5 0,1-8 0,1-5 0,-1-6 0,1-6 0,1-11 0,-1 0 0,-1-5 0,2-6 0,-1-3 0,0-6 0,-1 1 0,2-1 0,-4 4 0,-2 5 0,-1 6 0,-2 9 0,-3 13 0,0 14 0,-5 11 0,0 11 0,-3 6 0,-2 6 0,-4 8 0,2 6 0,1 4 0,-1 0 0,-2 3 0,3 2 0,-1 1 0,1 3 0,0 0 0,4 0 0,0-2 0,0-3 0,0-2 0,1-2 0,3-2 0,3-5 0,2-5 0,2-12 0,3-4 0,3-5 0,3-4 0,0-4 0,1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2.93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11 8641,'11'-3'0,"-1"-1"0,0 1 0,1 3 0,-1 0 0,1 0 0,2 0 0,2 0 0,1 0 0,2 0 0,5 0 0,2 0 0,2 0 0,-1 0 0,2 0 0,-4 0 0,2 0 0,0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3.13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114 1 8641,'-11'4'0,"1"3"0,0 6 0,0 0 0,-1 0 0,1-1 0,0 2 0,-1 4 0,1 1 0,4 3 0,3 2 0,1 3 0,-1 4 0,0 4 0,-1 1 0,6 6 0,1-2 0,4-2 0,2 1 0,2-5 0,3-2 0,3-3 0,4-9 0,3-7 0,2-5 0,1-5 0,3-2 0,-4-5 0,5-2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3.72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32 8641,'7'0'0,"0"0"0,-4-4 0,4 1 0,1 1 0,-2 1 0,1 1 0,1 0 0,1 0 0,2 0 0,2-2 0,1-1 0,1 2 0,-2-3 0,5 3 0,1 1 0,-2 0 0,0 0 0,2-1 0,0-2 0,1 1 0,-3-1 0,2 2 0,-3 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1:53.94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52 1 8641,'-7'4'0,"1"3"0,-1 2 0,1 2 0,-3 0 0,3 3 0,0 3 0,2-2 0,4 0 0,0 0 0,0 2 0,1-1 0,1 1 0,3 2 0,0 0 0,-1 5 0,2 0 0,-1-1 0,1-1 0,-4-3 0,2-2 0,2 3 0,-1-4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03.14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485 342 9900,'10'-6'0,"0"3"0,1 2 0,-4 1 0,-1 0 0,-3-2 0,0-1 0,-6 2 0,-4-3 0,-2 2 0,-2-1 0,0 2 0,-2-3 0,-2 3 0,-1 1 0,-1 0 0,-3 0 0,-2 0 0,-2 0 0,1 5 0,-3 1 0,-1 4 0,1 0 0,-4 5 0,-2 2 0,2 2 0,0 2 0,2 0 0,-1 1 0,4 0 0,3 2 0,4 1 0,9-5 0,2 0 0,3-3 0,3 2 0,2-3 0,4 0 0,5-2 0,5-2 0,6-1 0,-1 0 0,1 0 0,0 1 0,-1-6 0,1 1 0,-1 0 0,1-4 0,-1 3 0,-2-1 0,-1-3 0,-4-4 0,-1-4 0,-3-2 0,-2-4 0,-4-5 0,-1 0 0,-3-2 0,-3-2 0,-7-3 0,1 0 0,-3 1 0,-2 1 0,4 3 0,-4 0 0,1 3 0,0 1 0,0 2 0,4 2 0,0 1 0,4 4 0,2 2 0,4 4 0</inkml:trace>
  <inkml:trace contextRef="#ctx0" brushRef="#br0" timeOffset="482">774 404 9900,'5'10'0,"-1"0"0,-3-3 0,-1 0 0,0 1 0,0 1 0,0 2 0,0-1 0,3 0 0,2 1 0,1-1 0,-3 5 0,4 2 0,0 2 0,0 3 0,0 2 0,-1 3 0,4 5 0,-2 1 0,-2 1 0,0-3 0,2-4 0,-1-3 0,1-5 0,-2-4 0,1-8 0,1-6 0,1-7 0,5-6 0,1-13 0,1-8 0,2-7 0,1-5 0,2-7 0,0 0 0,-1 1 0,-4 3 0,-2 2 0,-3 2 0,0 4 0,-2 8 0,-2 5 0,-4 8 0,-2 7 0,-2 6 0,-1 4 0,-1 4 0,-4 4 0,3 4 0,1 5 0,3 1 0</inkml:trace>
  <inkml:trace contextRef="#ctx0" brushRef="#br0" timeOffset="1026">1537 486 9900,'-11'-5'0,"2"2"0,2 6 0,-1-1 0,4 4 0,-1-1 0,0 1 0,-1 1 0,2 4 0,2 2 0,1 1 0,1 3 0,0-1 0,0 2 0,0 4 0,4 1 0,4-2 0,4-2 0,2-2 0,3-2 0,-2-5 0,-1 0 0,1-4 0,3-1 0,-4-5 0,1 0 0,0 0 0,-1-5 0,-5-3 0,-2-4 0,-4-5 0,2-4 0,-2-2 0,0-2 0,-2-1 0,-6 2 0,0-3 0,-2 2 0,0 2 0,1-1 0,-2 2 0,1 4 0,-1 2 0,4 7 0,-6 0 0,5 3 0</inkml:trace>
  <inkml:trace contextRef="#ctx0" brushRef="#br0" timeOffset="1848">2248 466 9900,'-1'-7'0,"-3"1"0,-2 1 0,-4 2 0,0 2 0,0-1 0,0-2 0,-1 1 0,1 3 0,0 0 0,-1 3 0,1 3 0,0 2 0,-1 3 0,4 7 0,1-1 0,-1 3 0,1 4 0,1-1 0,4 4 0,-1-2 0,-1-2 0,-1-1 0,5-3 0,2-2 0,0-3 0,6-3 0,0-1 0,5-5 0,2-5 0,1-5 0,4-9 0,0-3 0,-1-3 0,1-5 0,-1-4 0,1-4 0,0-5 0,-2-3 0,-1-2 0,-2-2 0,-1 1 0,-2 2 0,-5 0 0,-2-2 0,-2-1 0,1 5 0,-3 6 0,2 3 0,-2 3 0,-1 3 0,-1 6 0,0 2 0,1 4 0,3 10 0,-3 4 0,2 10 0,-2 3 0,-1 3 0,0 7 0,0 4 0,0 3 0,0 3 0,0-1 0,0 5 0,0 1 0,0 1 0,0 1 0,0 0 0,0 1 0,0-1 0,-3 1 0,-1 1 0,2-1 0,1-2 0,1-7 0,0-2 0,0-7 0,0-5 0,1-9 0,3-8 0,2-5 0,4-7 0,0-10 0,5-2 0,1-3 0</inkml:trace>
  <inkml:trace contextRef="#ctx0" brushRef="#br0" timeOffset="2315">2630 249 9900,'5'10'0,"-1"2"0,-3 2 0,2-3 0,1 4 0,-2 0 0,-1 2 0,-1 0 0,0 3 0,0 2 0,0-1 0,4 7 0,-1 2 0,-1 3 0,0 0 0,1 0 0,0 0 0,1 1 0,0-5 0,-1-7 0,4-9 0,1-5 0,1-5 0,1-3 0,0-4 0,1-8 0,-1-7 0,0-4 0,1-7 0,0-3 0,3-3 0,-4 0 0,2-3 0,-4 2 0,0 2 0,0 0 0,0 4 0,-3 1 0,0 3 0,0-1 0,-3 8 0,1 4 0,0 3 0,-2 5 0,-1 5 0,3 8 0,2 14 0,-1 4 0,1 4 0,3 4 0,-1 4 0,2 2 0,1 3 0,-3 2 0,0 0 0,1 0 0,1 0 0,2 0 0,-1-8 0,0-1 0,0-5 0,1-8 0,-1-10 0,0-7 0,1-5 0,-1-9 0,0-10 0,1-6 0,-1-7 0,0-3 0,1-8 0,-1-2 0,0 0 0,-3-2 0,-1 4 0,-2 1 0,-1 2 0,-2 5 0,-1 3 0,0 3 0,0 4 0,0 6 0,0 7 0,0 12 0,0 3 0</inkml:trace>
  <inkml:trace contextRef="#ctx0" brushRef="#br0" timeOffset="2549">3269 538 9900,'3'10'0,"1"0"0,-2 1 0,-1-1 0,4-3 0,2-1 0,2-2 0,6 0 0,1-4 0,2 0 0,3 0 0,-3-5 0,6-2 0,-1-2 0,1-1 0,-2 1 0,2 1 0,-3 1 0,-4-1 0,1-1 0,-4-2 0,0 1 0,-4 0 0</inkml:trace>
  <inkml:trace contextRef="#ctx0" brushRef="#br0" timeOffset="2733">3475 404 9900,'-6'15'0,"-2"-2"0,5 7 0,-1 2 0,0-1 0,3 6 0,-3 0 0,3 3 0,1 1 0,0-3 0,1-1 0,3 1 0,3-2 0,2-1 0,1-4 0,0-2 0,1-2 0,2 1 0,1-7 0,-1-3 0,-2-2 0,0-3 0,-1-3 0,0 5 0,1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07.75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8789,'6'5'-11,"-2"-3"7,-4 5 2,0 0 1,0 0 0,2-1-1,1-2 1,-1 3 0,4-2-1,-1 0 1,-3 3 0,2 5 0,1 2 0,0 1 1,-1 2 0,3 8 0,-3 3 0,-1 6 0,2 1 0,-3 4 0,4 3 0,-1-3 0,1 0 0,-3-4 0,3-2 0,0-3 0,0-4 0,-3-3 0,4-8 0,0-4 0,-1-4 0,3-6 0,-2 2 0,2-3 0,1-6 0,0-3 0,2-4 0,2-6 0,-3-1 0,3-2 0,-3 0 0,0-3 0,2-3 0,1-4 0,-1 0 0,-2 0 0,-1-1 0,2-1 0,0-1 0,2 0 0,-3 4 0,-5 1 0,2 3 0,2 0 0,-4 2 0,0 5 0,0 2 0,0 3 0,-3 7 0,4 4 0,-5 1 0,3 12 0,-5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08.14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73 32 8705,'-5'-10'0,"3"4"0,-5 2 0,1 4 0,-2 4 0,1 3 0,-1 2 0,2 2 0,1 2 0,-1 2 0,0 1 0,4-2 0,-2 2 0,3 0 0,1 0 0,4 1 0,0 2 0,3 0 0,5-2 0,-1-6 0,5 1 0,0-5 0,0-3 0,-3 0 0,2-4 0,-1 0 0,-1 0 0,1-5 0,-5-3 0,-2-4 0,-4-6 0,2-1 0,-1-2 0,-2 1 0,-1-1 0,-2 0 0,-1 1 0,-3-1 0,-1 0 0,-1 2 0,-3 3 0,0 6 0,-1 4 0,1 6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09.01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187 419 8705,'-5'-6'0,"3"1"0,-5 5 0,0 0 0,-3 0 0,-1 0 0,4 0 0,1 0 0,-2 0 0,-2 0 0,0 5 0,0 2 0,-1 2 0,1 1 0,-4 4 0,1 2 0,1 2 0,4 4 0,-1 2 0,3 0 0,1 3 0,1-1 0,3 3 0,1-5 0,1-3 0,3-2 0,1-2 0,7-7 0,1-4 0,5-4 0,1-8 0,3-5 0,1-8 0,1-8 0,0-7 0,-3-4 0,-1-3 0,1-4 0,-2-5 0,-2-5 0,-3 1 0,-2 1 0,-3 3 0,-2 0 0,-4 5 0,-2 2 0,-1 9 0,0 11 0,-1 5 0,-2 4 0,0 2 0,-3 2 0,3 4 0,-1 8 0,4 8 0,1 6 0,2 3 0,-2 3 0,3 2 0,-3 5 0,-1 4 0,0 5 0,0 7 0,0 3 0,0 2 0,-1 5 0,-1 1 0,-3 0 0,-1 0 0,1 3 0,-2-6 0,3-6 0,3-8 0,2-12 0,3-6 0,3-8 0,2-5 0,4-12 0,2-11 0,1-7 0,2-4 0,2-5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09.52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77 8705,'0'10'0,"0"2"0,0 0 0,0 2 0,0 1 0,0-2 0,0 2 0,0 1 0,0 1 0,0 3 0,0 1 0,0 0 0,1 4 0,2 2 0,1 3 0,2 1 0,-4 3 0,2 2 0,-3-2 0,-1-2 0,3-3 0,1-9 0,-2-3 0,4-5 0,0-9 0,4-10 0,1-8 0,2-9 0,0-4 0,0-2 0,2-5 0,-1-3 0,-2-1 0,0 1 0,-2-4 0,0 4 0,0 3 0,-4 1 0,2 5 0,-4 1 0,-2 5 0,-1 5 0,-1 3 0,0 12 0,0 6 0,1 10 0,3 5 0,-2 7 0,4 4 0,0 4 0,-1 5 0,-1 2 0,2 1 0,-1 0 0,1 1 0,-3 5 0,3-2 0,0-2 0,0-2 0,-3-10 0,4-3 0,1-7 0,1-4 0,-1-6 0,1-10 0,4-7 0,2-8 0,1-10 0,2-7 0,-2-6 0,-1-7 0,0-4 0,-2-6 0,0-2 0,0-1 0,-3 4 0,-2 0 0,-2 6 0,-1 5 0,-2 3 0,-3 10 0,0 5 0,0 7 0,0 10 0,0 7 0,0 8 0,0 8 0,0 3 0,1 9 0,1 3 0,2 2 0,-1 6 0,-3-1 0,5 2 0,1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14.74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1 176 9337,'14'12'0,"-1"0"0,0-3 0,0-5 0,-1 2 0,3-1 0,1-3 0,0-2 0,3-2 0,-2-3 0,1-1 0,2 3 0,0-3 0,1-1 0,-1-2 0,0 1 0,-2-6 0,-1 3 0,2 1 0,-4 4 0,0-8 0,-5 3 0</inkml:trace>
  <inkml:trace contextRef="#ctx0" brushRef="#br0" timeOffset="250">197 0 9337,'-1'11'0,"-3"-1"0,-3 0 0,-2 0 0,-1 1 0,0-1 0,0 2 0,4 0 0,1 3 0,0 1 0,4-1 0,-2 4 0,2 4 0,1 3 0,0 1 0,0 4 0,0 0 0,0 0 0,0 0 0,0 0 0,1-1 0,2-3 0,3-2 0,4-5 0,2-4 0,2-6 0,2-4 0,4-6 0,1-1 0,-1-3 0,6-1 0,0-6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15.60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1 269 9337,'10'-6'0,"-3"1"0,0 5 0,-4 4 0,4 0 0,1 2 0,1-3 0,2 3 0,-1-1 0,5 7 0,1 0 0</inkml:trace>
  <inkml:trace contextRef="#ctx0" brushRef="#br0" timeOffset="134">52 578 9337,'0'10'0,"0"1"0,0-1 0,0 0 0,2-1 0,1-2 0,-1-2 0,5-5 0,1-1 0,1-3 0,2 3 0,4-8 0,1 3 0</inkml:trace>
  <inkml:trace contextRef="#ctx0" brushRef="#br0" timeOffset="24249">743 166 9337,'-10'9'0,"0"-2"0,3-2 0,0-2 0,-1 1 0,-1 2 0,2 0 0,0 2 0,-1-1 0,-1 1 0,-1 1 0,-1 1 0,1 0 0,0 1 0,-1-1 0,1 0 0,1 1 0,2-1 0,-2 0 0,3 2 0,0 0 0,3 2 0,2 3 0,1-3 0,1-1 0,2-2 0,4-1 0,7 1 0,2-1 0,0 0 0,4-4 0,-4-1 0,1-2 0,0 0 0,-4 4 0,-1-2 0,-3 1 0,-2 2 0,-5-3 0,2 2 0,-3 1 0,-1 1 0,-5 5 0,-1 1 0,-5 0 0,-2 0 0,-4-1 0,-3-4 0,-1 0 0,1 1 0,2-2 0,2-2 0,1-4 0,3-2 0,5-5 0,4-4 0,1-5 0,7-3 0,1-5 0</inkml:trace>
  <inkml:trace contextRef="#ctx0" brushRef="#br0" timeOffset="24534">981 186 9337,'-7'5'0,"0"2"0,0 1 0,-3-2 0,5-1 0,5-5 0,9-1 0,8-3 0,3-1 0,0-1 0,1-2 0,0 3 0,-1 1 0,1-1 0,3 2 0,-1 3 0,-2 0 0,-3 0 0,-1 0 0,4 0 0</inkml:trace>
  <inkml:trace contextRef="#ctx0" brushRef="#br0" timeOffset="24734">1166 21 9337,'-10'37'0,"-1"-3"0,0-3 0,-3-3 0,3-3 0,-3-5 0,3 1 0,0 0 0,4-1 0,2 1 0,0 1 0,3 2 0,1 2 0,2 5 0,2 0 0,4 0 0,2-2 0,3-4 0,0-6 0,2-3 0,4 0 0,-2-5 0,1-7 0,-4-5 0,3-5 0,-4-9 0,3-1 0</inkml:trace>
  <inkml:trace contextRef="#ctx0" brushRef="#br0" timeOffset="25499">1300 330 9337,'5'-10'0,"2"0"0,-3 4 0,1 3 0,-5 6 0,0 4 0,1 7 0,1 3 0,2 2 0,0 3 0,-1 2 0,0 3 0,-1-1 0,1 4 0,-1-4 0,1 0 0,0-1 0,-2-5 0,-1-3 0,0-3 0,0-2 0,0-9 0,0-6 0,0-10 0,0-10 0,0-4 0,1-3 0,2-1 0,3 0 0,4-1 0,1 0 0,-1 1 0,1-1 0,2 9 0,1 2 0,-2 3 0,3 5 0,-1-1 0,-1 4 0,-2 3 0,3 3 0,0 3 0,-2-3 0,0 3 0,-2-2 0,0 1 0,1 2 0,-2 2 0,-2 1 0,-3-1 0,-3 4 0,2 0 0,0-1 0,0-1 0,-3 3 0,0 1 0,-1 0 0,-1 0 0,-1-1 0,-4 0 0,2 2 0,1-1 0,-1-1 0,-2-4 0,4 4 0,-1 1 0,0 1 0,1 0 0,-2-1 0,0-1 0,3 1 0,-1 1 0,1 2 0,-1-1 0,-1 0 0,4 1 0,0-1 0,0 0 0,0-3 0,0 0 0,0 1 0,0 1 0,0 1 0,1-4 0,3-2 0,2-3 0,4-1 0,-3 0 0,-1 1 0,-1 1 0,1 2 0,-3-1 0,4-2 0,1 3 0,-2-3 0,1 2 0,1-2 0,1-1 0,0-1 0,-2-2 0,2-2 0,-3-3 0,1 1 0,0-1 0,0-4 0,2-3 0,-1 0 0,-1 0 0,-5-3 0,3 1 0,-2-3 0,0-1 0,1 1 0,-4-1 0,0 1 0,0-1 0,0 1 0,0 2 0,0 1 0,0 4 0,0 5 0,0 11 0,0 6 0,0 8 0,0 0 0,0 3 0,0 0 0,3 2 0,1 1 0,-1 2 0,2 1 0,-1 1 0,4 1 0,-1-1 0,1-2 0,1-1 0,1-3 0,-2-2 0,-1-2 0,-4-3 0,4-7 0,1-4 0,-4-6 0,0-5 0,-3-5 0,-1-7 0,0-7 0</inkml:trace>
  <inkml:trace contextRef="#ctx0" brushRef="#br0" timeOffset="25966">1909 300 9337,'-4'6'0,"0"0"0,-1 0 0,0 0 0,2-4 0,9 1 0,4-6 0,7-4 0,6-2 0,0-1 0,4-1 0,2 1 0,1 0 0,1 3 0,0 0 0,0 5 0,0-3 0</inkml:trace>
  <inkml:trace contextRef="#ctx0" brushRef="#br0" timeOffset="26165">2166 176 9337,'-7'11'0,"1"3"0,-2 3 0,-2-1 0,0 0 0,0 0 0,-1 0 0,5-3 0,0 2 0,0-1 0,0-1 0,4 6 0,-1-2 0,3 4 0,3 3 0,1-3 0,5 3 0,2-2 0,1-1 0,0-2 0,2-2 0,3-3 0,3-2 0,0-7 0,1-1 0,1-5 0,2-6 0,-3-1 0,4-9 0,1-5 0,0-5 0</inkml:trace>
  <inkml:trace contextRef="#ctx0" brushRef="#br0" timeOffset="26420">2424 330 9337,'1'-16'0,"3"3"0,-4 6 0,0 3 0,-1 3 0,-6 1 0,-1 1 0,-2 3 0,4 0 0,-1 6 0,-1-1 0,-1 2 0,-1 6 0,2 1 0,3 1 0,0 2 0,-2 4 0,4 1 0,0 2 0,2-1 0,6 1 0,2 2 0,2-3 0,1-3 0,6-3 0,4-4 0,3-5 0,0-4 0,2-3 0,-1-6 0,0-4 0,1-5 0,-4-5 0,0-7 0,-4-2 0,-6-3 0,0-4 0,-7-2 0,-2-2 0,-1 2 0,-1 1 0,-1 2 0,-2 2 0,-4 0 0,-2 10 0,-2 1 0,1 5 0,0 5 0,-1 3 0,1 4 0</inkml:trace>
  <inkml:trace contextRef="#ctx0" brushRef="#br0" timeOffset="27116">2857 217 9337,'6'-5'0,"-2"5"0,-2 0 0,1 6 0,-2 8 0,3 3 0,-3 4 0,-1 3 0,0 2 0,0 5 0,1 1 0,2 3 0,-1 1 0,1 5 0,-2 0 0,-1-4 0,0-2 0,0-8 0,0-3 0,0-2 0,1-7 0,3-6 0,3-8 0,2-11 0,1-11 0,1-6 0,3-6 0,-2-1 0,1-2 0,0-1 0,1 0 0,-3 5 0,3 0 0,-4 5 0,-3 2 0,2 0 0,-3 6 0,0 2 0,2 8 0,-5 10 0,0 8 0,-2 6 0,0 5 0,1 1 0,2 0 0,2 4 0,-2 1 0,-1 2 0,2-1 0,0 0 0,3 0 0,-3-2 0,0 1 0,3-6 0,-2 1 0,0-7 0,1-6 0,0-4 0,4-4 0,-1 0 0,0 0 0,0 0 0</inkml:trace>
  <inkml:trace contextRef="#ctx0" brushRef="#br0" timeOffset="27932">3455 351 9337,'-10'0'0,"0"0"0,-1 0 0,1 0 0,0 1 0,-1 3 0,1 3 0,3 1 0,1 1 0,2 0 0,2 2 0,0 7 0,2-1 0,2 2 0,1 2 0,6 4 0,6 3 0,0 0 0,0 0 0,3-3 0,-2-6 0,1-1 0,1-5 0,-2-2 0,1-5 0,-3-3 0,-3-6 0,-1-7 0,1-8 0,-2-5 0,-2-5 0,-2-1 0,-2-1 0,0 1 0,-1 2 0,0 0 0,-2 0 0,-2 3 0,-1 2 0,2 5 0,-4 2 0,2 2 0,-1 4 0,-4 6 0,3-2 0</inkml:trace>
  <inkml:trace contextRef="#ctx0" brushRef="#br0" timeOffset="28199">3754 392 9337,'0'11'0,"0"-1"0,0 0 0,0 1 0,0-1 0,0 0 0,1 1 0,2-1 0,0 1 0,-1 3 0,3-2 0,0 2 0,0 1 0,3 2 0,2 2 0,0-1 0,0-2 0,0-1 0,1-1 0,-1-5 0,0-2 0,1-3 0,-1-5 0,-1-3 0,-2-7 0,2 0 0,-3-6 0,1-2 0,0 0 0,-2-2 0,3 0 0,-1-2 0,1-1 0,-2 0 0,0 3 0,0 0 0,-1 1 0,1-1 0,1 0 0,2 5 0,-3 1 0</inkml:trace>
  <inkml:trace contextRef="#ctx0" brushRef="#br0" timeOffset="28382">4177 434 9337,'0'20'0,"0"1"0,0-4 0,-1-1 0,-1-1 0,-2-2 0,1 1 0,3 0 0,0 0 0,0 1 0,0-4 0,1 3 0,2-2 0,3-3 0,4-2 0,1-4 0,-1-6 0,0-3 0</inkml:trace>
  <inkml:trace contextRef="#ctx0" brushRef="#br0" timeOffset="28515">4115 104 9337,'0'-7'0,"0"0"0,5 5 0,2-2 0,2 3 0,1 1 0,10 9 0,1 3 0</inkml:trace>
  <inkml:trace contextRef="#ctx0" brushRef="#br0" timeOffset="29001">4579 310 9337,'-7'0'0,"-1"0"0,-3 0 0,1 1 0,-5 2 0,1 4 0,0 2 0,-4 5 0,1 1 0,-2 1 0,2 3 0,2 3 0,5 4 0,1 0 0,2 3 0,2-1 0,6 0 0,4-4 0,5-2 0,2-3 0,5-2 0,1-3 0,2-3 0,4-5 0,0-2 0,-1-3 0,-1-1 0,-2-1 0,1-3 0,4-2 0,1-4 0</inkml:trace>
  <inkml:trace contextRef="#ctx0" brushRef="#br0" timeOffset="29384">4765 1 9337,'0'10'0,"0"0"0,1-1 0,1 0 0,2 2 0,-1-2 0,-3 9 0,0 4 0,0 4 0,4 9 0,-1 4 0,-1 3 0,-1 3 0,1 4 0,0-2 0,1 0 0,0-2 0,-1-5 0,0-5 0,3-6 0,0-6 0,-1-5 0,3-9 0,1-2 0,1-3 0,1-9 0,1-5 0,-1-6 0,4-5 0,-1-2 0,0-2 0,-2-1 0,3 2 0,0-4 0,-1 1 0,-2 0 0,-1 5 0,1 5 0,-2 0 0,-2 1 0,2 2 0,-2 7 0,1 9 0,-1 8 0,-4 6 0,-2 3 0,3 3 0,-1 2 0,-1 4 0,-1 2 0,3 0 0,-1 0 0,1-2 0,0-4 0,2-2 0,3-3 0,-1-2 0,-1-3 0,5 2 0,4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46.69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21 207 8669,'0'10'0,"0"0"0,-3 1 0,-1 0 0,2 2 0,1 0 0,-3 7 0,1-1 0,1 6 0,0 1 0,2 1 0,0 3 0,0-1 0,0-2 0,4-4 0,0 0 0,1-5 0,0-4 0,3-8 0,-3-7 0,1-8 0,-1-11 0,-5-6 0,0-5 0</inkml:trace>
  <inkml:trace contextRef="#ctx0" brushRef="#br0" timeOffset="418">31 1 8669,'10'4'0,"-4"3"0,2-1 0,-3-1 0,0 1 0,-1 0 0,4-3 0,-1 4 0,2 1 0,2-3 0,-1-1 0,0 0 0,0-1 0,1 5 0,-1-1 0,0 2 0,-3 2 0,-1-1 0,0 1 0,-1 3 0,-2 2 0,0 6 0,-2 2 0,-1 4 0,0-2 0,0 1 0,0 2 0,0 1 0,0-3 0,0 0 0,0-2 0,0-2 0,0-3 0,0-2 0,1-5 0,3-1 0,-2-6 0,5-3 0,1-2 0,1-1 0,2-1 0,-1-4 0,0-5 0,1-6 0,0-3 0,2-2 0,0 0 0,0 1 0,-2-1 0,0 0 0,-1 1 0,0-1 0,-3 4 0,-1 1 0,0 2 0,-1 5 0,-1 4 0,3 9 0,-5 4 0,3 8 0,-2 6 0,0 3 0,4 4 0,-2 4 0,1 1 0,2-1 0,-3-1 0,1-2 0,0-2 0,0-4 0,-1-7 0,3-3 0,-1-3 0,0-10 0,3-4 0,1-5 0,-1-12 0,0-1 0</inkml:trace>
  <inkml:trace contextRef="#ctx0" brushRef="#br0" timeOffset="568">609 320 8669,'6'5'0,"3"-4"0,-2 2 0,3-2 0,4-1 0,5 4 0,6-1 0,2 0 0,1-2 0,2-1 0,1 0 0</inkml:trace>
  <inkml:trace contextRef="#ctx0" brushRef="#br0" timeOffset="749">815 176 8669,'-6'4'0,"-3"2"0,2 4 0,-1 1 0,1-1 0,-2 0 0,3 2 0,1 2-2,1 3 1,0 2 0,0 2 0,2-1-1,1 1 1,1 0-1,1-1 1,1 0 0,2-3 1,4 0 0,-3-5-1,2-3 1,0 0 0,5-4 0,4-1 0</inkml:trace>
  <inkml:trace contextRef="#ctx0" brushRef="#br0" timeOffset="1069">928 361 8651,'6'11'0,"3"2"0,-2 1 0,2-1 0,2-2 0,-1-4 0,1-1 0,3-2 0,3-1 0,1-2 0,0-1 0,1-1 0,0-3 0,-1-1 0,2-7 0,-3-2 0,-4-3 0,-1-2 0,-3-1 0,-2 2-2,-4 1 1,-1 3-1,-4-2 1,-1 1-1,-4 2 0,-3 2 0,-4 2 1,-3 1-1,-3 1 0,1 5 1,1-2-1,2 3 1,1 1 0,-4 5 0,3 2 0,0 2 0,2 1 0,3 4 0,2 1 1,1 1-1,1 2 1,4 5 0,-3 1 0,1 0 0,3 1 0,1 2 0,1 2 0,1-1 0,2-4 0,3-3 0,4-4 0,1-3 0,-1-3 0,1-2 0,2-2 0,2-4 0,1-1 0,1-4 0,4-1 0,-1-7 0,1-6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2:48.75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238 331 8610,'0'-6'0,"0"-3"0,0 2 0,-1 1 0,-3-1 0,2 5 0,-5-2 0,-1 3 0,3 2 0,-2 4 0,-1 4 0,-1 4 0,-2 4 0,1-2 0,1 1 0,2 2 0,-1-2 0,3 0 0,1-1 0,-1-2 0,2-2 0,3 0 0,0-1 0,5-4 0,5-3 0,2-2 0,2-4 0,-3-2 0,2-1 0,1-2 0,3-1 0,-3-1 0,-1 0 0,2-1 0,-3 2 0,1 0 0,-1-1 0,-2 3 0,-1-5 0,-2 4 0,-2 7 0,-5 1 0,0 6 0,0 8 0,0 3 0,0 4 0,0 3 0,-4 5 0,0 7 0,-2 1 0,-2 1 0,0 9 0,-1 3 0,0-1 0,-3 1 0,-1-3 0,0 3 0,-2 0 0,-1 0 0,2 0 0,-3-10 0,0-4 0,1-5 0,-4-1 0,4-8 0,-1-6 0,0-8 0,4-7 0,-2-5 0,2-7 0,-1-5 0,1-11 0,6-5 0,4-4 0,2-3 0,5-1 0,3 0 0,4 1 0,2 1 0,0 4 0,5-4 0,4-1 0,-1 4 0,4-1 0</inkml:trace>
  <inkml:trace contextRef="#ctx0" brushRef="#br0" timeOffset="266">599 320 8604,'-1'7'0,"-1"0"0,-2 1 0,1 1 0,3 3 0,0 0 0,0 2 0,0 5 0,0 1 0,0 3 0,0 0 0,0-1 0,0-2 0,0 0 0,0-3 0,0-6 0,0-4 0,1-6 0,1-2 0,3-8 0,0-7 0,2 0 0,4-1 0,-1-2 0,0 0 0,4-1 0,1 2 0,0 2 0,0 1 0,3-3 0,-2 2 0</inkml:trace>
  <inkml:trace contextRef="#ctx0" brushRef="#br0" timeOffset="983">857 361 8604,'9'2'0,"-2"1"0,1 3 0,-5 4 0,1-3 0,-4 0 0,-1-5 0,-3 2 0,2-3 0,-5 0 0,-1 2 0,-1 4 0,-2 2 0,1 2 0,1 0 0,2 3 0,-1-3 0,3 4 0,1-1 0,-1 0 0,2-1 0,3-2 0,0-1 0,4-4 0,4-3 0,5-2 0,-1-6 0,2-6 0,0-5 0,0-3 0,3-2 0,-3 1 0,-2-1 0,0 0 0,-2 5 0,1 1 0,-1 3 0,0 2 0,-3 1 0,0 9 0,-5 9 0,3 2 0,-2 5 0,1 6 0,-1 0 0,-2 5 0,2 1 0,0-2 0,0 3 0,-3-5 0,2-1 0,1-2 0,-2-1 0,4-3 0,-1-3 0,2-4 0,4-3 0,2-6 0,2-7 0,-2-3 0,5-10 0,2-4 0,0-2 0,1-3 0,-2-3 0,-1 0 0,1 0 0,-3 0 0,-1 0 0,-2 2 0,-2 1 0,1 2 0,2 3 0,1-1 0,-2 1 0,-1 1 0,-3 1 0,-3 2 0,0 2 0,-2-3 0,-3 3 0,0-1 0,0 1 0,0 1 0,0 3 0,0-1 0,-3 0 0,-2 5 0,0 2 0,1 2 0,-3 1 0,4 3 0,-4-2 0,5-3 0,-3 0 0,5-4 0,0 4 0,0 2 0,-1 4 0,-1 1 0,-2 2 0,-3 3 0,4 4 0,0 1 0,-2-1 0,4 5 0,-4 1 0,2 1 0,-1 0 0,1 1 0,3 5 0,0 3 0,0 0 0,0 3 0,1 5 0,1 4 0,2 2 0,5 1 0,0 0 0,5 1 0,2-1 0,-1-4 0,4-3 0,3-4 0,0-6 0,3-6 0,-1-11 0,-1-5 0,-1-4 0,-2-8 0,6-6 0,0-5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3:07.75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39 8635,'11'0'0,"-1"0"0,0 0 0,0 0 0,2 0 0,1 1 0,0 3 0,4 1 0,-2 6 0,1 0 0,3 3 0,-3 3 0,0 7 0,-1 4 0,-3 1 0,0 2 0,-3 1 0,-1 2 0,-1 0 0,-5 0 0,2-3 0,-3-1 0,-1-2 0,0 0 0,-1-4 0,-3-2 0,-3-4 0,-2-3 0,-1-5 0,-1-4 0,1-2 0,-4-3 0,1-2 0,0-3 0,2-1 0,0-6 0,1 0 0,1-2 0,2 0 0,-1-6 0,4 2 0,2-2 0,1-2 0,6 0 0,3 1 0,3-2 0,3-2 0,4 0 0,-1-5 0,3-1 0,0 2 0,1-4 0,1-3 0,1 2 0,1 1 0,0 6 0,-3 3 0,-2 4 0,-2 6 0,1 2 0,-4 4 0,-2 5 0,-4 4 0,1 4 0,-8 9 0,4 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3:08.67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21 8582,'0'-6'0,"0"1"0,0 1 0,2 3 0,1-2 0,-1 2 0,5 1 0,-3 0 0,2 1 0,3 2 0,0 4 0,1 3 0,0 4 0,1 3 0,4 3 0,1 0 0,1 1 0,-1 1 0,-1 2 0,2 2 0,-2 4 0,0-1 0,0-2 0,-5 1 0,-4 3 0,-2-1 0,-2 1 0,0-4 0,-4-3 0,-1-2 0,-3-2 0,-5 1 0,-2-2 0,-1-2 0,-3-2 0,2-5 0,1-4 0,-1-2 0,2-3 0,-2-1 0,3-1 0,2-3 0,3-5 0,5-6 0,-1 0 0,0 1 0,6-5 0,1 2 0,2-2 0,1-3 0,3-1 0,1-1 0,-1 1 0,0-2 0,0 0 0,1-2 0,-1 0 0,0 0 0,2 2 0,0 4 0,2 1 0,-1-1 0,-2 5 0,0 2 0,-1 3 0,0 5 0,1 3 0,-2 3 0,-2 3 0,-3 4 0,1 2 0,-4 2 0,3 4 0,-4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3:49.78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9180,'1'7'0,"5"-2"0,5-4 0,3-1 0,-1-1 0,1 0 0,1-1 0,-1 0 0,2 2 0,0 0 0,-2 0 0,1 0 0,-1 0 0,1 0 0,-2 0 0,-3 0 0,-5 0 0,-2 0 0,-6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3:50.23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9180,'4'17'0,"1"-3"0,2-3 0,3-1 0,4-5 0,3 0 0,4 0 0,7-4 0,5 1 0,5-2 0,4-2 0,3 1 0,0-4 0,1 0 0,-2 0 0,-1 0 0,0 2 0,-1 0 0,0 2 0,-5 0 0,-5 1 0,-4 1 0,-1 1 0,-2 1 0,0 4 0,-4-1 0,-4 1 0,-3-3 0,-1 0 0,-3 3 0,-3 3 0,-5 3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3:50.85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8564,'11'3'0,"-1"1"0,0 1 0,2 0 0,1-1 0,2 0 0,-2 3 0,2-1 0,2 1 0,4 0 0,1 1 0,1 4 0,1 2 0,-2 4 0,-1 5 0,-1 1 0,-3 3 0,-4 4 0,-3 0 0,-3 2 0,-4 1 0,-1-1 0,-4-1 0,-1 3 0,-4 1 0,-3-1 0,-2-2 0,-1-3 0,-2-4 0,-3-4 0,1-6 0,-2-3 0,0-3 0,0-7 0,-1-4 0,-1-5 0,0-6 0,-3-5 0,4-4 0,2-2 0,4-2 0,5-1 0,5 1 0,2 2 0,4 1 0,3 4 0,5 2 0,2 0 0,1 2 0,4 1 0,0 2 0,3 3 0,1 1 0,0 3 0,4 0 0,-1 1 0,2 1 0,-3 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3:58.15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0 103 8777,'0'-13'0,"0"4"0,0-1 0,2 6 0,2 4 0,0 6 0,5 9 0,-2 2 0,-1 4 0,1-2 0,-1 5 0,1 3 0,-1 3 0,1 4 0,-1 4 0,0 4 0,-1 6 0,-1 4 0,0 0 0,0-2 0,1-5 0,0 0 0,0-6 0,2-6 0,1-9 0,2-11 0,3-9 0,4-6 0,-4-6 0,-1-5 0,0-3 0,3-7 0,0-4 0,-2-5 0,0-2 0,0 0 0,0-3 0,-1-3 0,1-4 0,0-1 0,0 1 0,-3 3 0,-1 0 0,-2 2 0,-1 1-1,0 2 1,1 4 0,-1 5 0,1 3-8,-1 2 1,1 5-4,2 2 8,-2 7 0,3 3 0,-2 5 0,-3 3 2,2 4 0,-1 2 0,1 4 1,-2-3 0,-5-1 0,-6-8 0,-1-2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3:59.25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10 58 8654,'7'0'0,"2"0"0,-2 0 0,0 1 0,4 0 0,0 1 0,-1 1 0,1-1 0,1 2 0,2 2 0,-1 3 0,2 2 0,-1 1 0,-1 1 0,-1 1 0,-1 1 0,-3 2 0,-1 4 0,-1 1 0,-2 2 0,-2 0 0,-1 0 0,-2-1 0,-1-1 0,-4-1 0,-2-3 0,-3-4 0,0-1 0,-2-3 0,-2-3 0,2-4 0,-2-1 0,0-2 0,0-5 0,1-2 0,-2-6 0,0 0 0,2-2 0,3-1 0,3-4 0,3 1 0,0 0 0,5 2 0,0 0 0,3-1 0,3 2 0,3-2 0,3 1 0,2 0 0,3 0 0,4 3 0,2-1 0,1 3 0,2 2 0,-2 2 0,5-1 0,-4 2 0</inkml:trace>
  <inkml:trace contextRef="#ctx0" brushRef="#br0" timeOffset="352">472 45 8654,'13'0'0,"-1"0"0,1 0 0,4 0 0,0 0 0,-1 0 0,-2 0 0,-1 2 0,-1 2 0,0 1 0,-2 5 0,-2 4 0,1 3 0,-2 2 0,-1 3 0,-1-2 0,-2 4 0,0 0 0,-2 1 0,1-2 0,-1-2 0,2-1 0,1-3 0,0-1 0,4-2 0,2 1 0,-1-3 0,4-4 0,0-2 0,1-2 0,-1-2 0,2 0 0,2-2 0,-1 0 0</inkml:trace>
  <inkml:trace contextRef="#ctx0" brushRef="#br0" timeOffset="600">850 0 8654,'-7'17'0,"-2"-2"0,-1-5 0,-2-4 0,-1-3 0,0 0 0,0-1 0,0 2 0,1 2 0,-1 2 0,0 4 0,0 6 0,-1 3 0,0 2 0,-4 5 0,-2 3 0,-2 2 0,2 4 0,-2-1 0,1 1 0,2-1 0,4-3 0,4-4 0,3-6 0,3-4 0,4-4 0,5-6 0,5-5 0,2 1 0,2-2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03.25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110 444 8654,'10'-2'0,"1"0"0,-3 0 0,4-1 0,-8-4 0,-2-3 0,-5 3 0,-6 2 0,-1 3 0,-2-1 0,-1 2 0,0 4 0,0 3 0,0 4 0,0 2 0,1 2 0,-1 1 0,3 2 0,0 4 0,5 0 0,0 0 0,3 1 0,2-4 0,0 1 0,2-3 0,6 0 0,4-5 0,2-6 0,-1-6 0,-2-6 0,2-5 0,1-5 0,1-5 0,-1-4 0,0-3 0,1-5 0,2-4 0,-2-5 0,-1-1 0,0-1 0,-1 0 0,-1 1 0,-1 2 0,-3 3 0,-2 5 0,-1 5 0,-3 4 0,-1 3 0,-1 3 0,0 4 0,0 4 0,2 7 0,0 8 0,1 4 0,-2 7 0,1 2 0,0 2 0,-2 4 0,0 4 0,0 4 0,0 3 0,0-1 0,-2 3 0,-1 2 0,0-1 0,1 7 0,-2 1 0,1 0 0,-1 1 0,3-5 0,-1-2 0,2-3 0,2-3 0,1-8 0,4-8 0,2-4 0,2-5 0,-1 0 0,0-6 0,-2-2 0,1-4 0</inkml:trace>
  <inkml:trace contextRef="#ctx0" brushRef="#br0" timeOffset="216">437 348 8633,'3'16'0,"4"-1"0,2-4 0,-1-5 0,5-3 0,2-3 0,1-3 0,3 0 0,0-4 0,-1 2 0,-1 0 0,2 0 0,-5 4 0,1-2 0</inkml:trace>
  <inkml:trace contextRef="#ctx0" brushRef="#br0" timeOffset="466">591 245 8633,'-14'17'0,"-1"0"0,5-4 0,0-1 0,-1 2 0,3 1 0,2 0 0,1 1 0,3 0 0,0 5 0,1 1 0,1 4 0,0 5 0,0 0 0,0-1 0,0-1 0,1 1 0,1-2 0,3-1 0,3-1 0,0-3 0,3-4 0,0-4 0,1-4 0,1-2 0,0-3 0,0-2 0,-1-1 0,1-6 0,3 0 0,0-4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16.83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7 9849,'11'0'0,"-1"0"0,0 0 0,2 0 0,-2 0 0,5 0 0,-3 0 0,4 0 0,-1 0 0,0 0 0,-1 0 0,0 0 0,-1 0 0,2-3 0,2-1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17.21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49 9849,'7'16'0,"-1"-5"0,1 3 0,2 0 0,0-3 0,2 2 0,-2-1 0,0 0 0,-1 3 0,2 1 0,-1 0 0,2 1 0,-2 2 0,1 1 0,-1 2 0,0-5 0,-1 2 0,1-3 0,2 1 0,0-4 0,-1-6 0,0-7 0,-2-7 0,1-7 0,-2-2 0,0-1 0,1-4 0,0-2 0,1-1 0,0-3 0,-1 0 0,2 1 0,-1-1 0,-1-1 0,1 3 0,0 4 0,-2 2 0,-2 1 0,1 3 0,-2 7 0,5 6 0,-5 5 0,2 10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17.45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52 9849,'6'10'0,"7"-3"0,1-6 0,4-2 0,-1-1 0,1-3 0,0 1 0,2-2 0,1 0 0,0-1 0,-3 1 0,-1 0 0,-2-1 0,2 1 0,-3-1 0,2 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17.65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59 0 9849,'-7'17'0,"0"3"0,-1-3 0,0-1 0,-1-4 0,3-2 0,0 2 0,2 0 0,2 1 0,1 2 0,1 0 0,0 1 0,0 0 0,3 4 0,1 0 0,2 1 0,0 1 0,1 2 0,2-2 0,1 0 0,3 0 0,-1-4 0,2-3 0,1-1 0,-1-4 0,3-2 0,-1-3 0,0-3 0,-1-4 0,0-2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24.53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58 863 8804,'-7'13'0,"4"-3"0,4-4 0,8-3 0,1-3 0,5 0 0,-2-2 0,0 0 0,3-2 0,2 1 0,2 0 0,4 0 0,1-1 0,1 0 0,2-1 0,2 1 0,1-1 0,3 2 0,1-1 0,0 0-1,0 1 1,2 1-1,0 0 1,2 2-4,-1 0 1,2 0 0,-6 0-1,1 0 1,0 0 1,-1 0-1,-2 0 1,-3 2 0,-3 0 0,-1 2 1,-3-1 0,1 1 1,-5-3-1,1 1 1,-3-1 0,-4-1 0,-5 0 0,-8-1 0,-6-1 0,-2 1 0,-4-4 0,-2 7 0,-2-2 0</inkml:trace>
  <inkml:trace contextRef="#ctx0" brushRef="#br0" timeOffset="717">13 68 8791,'-6'-3'-1,"6"-1"1,6 1 0,7 1 0,2 2 0,0 2-2,-1 2 1,2 2-1,-1 0 1,0 2-1,0 3 1,0 0 0,1 6 0,0 1 1,-2 4 0,-3 4 0,-1 3-1,-1 3 1,0 0 0,-3 0 0,-2 2 0,-2 0 0,-1 2 0,-2-2 0,-2-2 0,-2-3 0,-3-2 0,-4-1 0,2-5 0,0-3 0,-2-2 0,-1-5 0,-1-4 0,0-2 0,-2-2 0,1-3 0,-1-1 0,0-3 0,-1-2 0,3-7 0,0-1 0,2-1 0,4-3 0,1-1 0,3-2 0,2 0 0,1-3 0,3 2 0,1 0 0,4 0 0,3 1 0,2 3 0,1 0 0,2 0 0,4 1 0,-1 4 0,3 1 0,0 1 0,1-1 0,1 2 0</inkml:trace>
  <inkml:trace contextRef="#ctx0" brushRef="#br0" timeOffset="1101">391 29 8759,'-3'15'0,"1"-2"0,1-1 0,2-2 0,2 1 0,3 3 0,3 1 0,3 4 0,-1 1 0,0 3 0,-2 2 0,-1 5 0,-1 4 0,-1 4 0,0 4 0,-2 1 0,-2 0 0,0-1 0,-1 0 0,2-4 0,1-6 0,0-8 0,4-8 0,3-4 0,-1-6 0,6-7 0,-1-5 0,0-6 0,3-5 0,-1-5 0,1-3 0,-1-5 0,1-3 0,-4-2 0,1-1 0,-2-1 0,2-3 0,-2 0 0,-2 0 0,-1 1 0,1 0 0,-2 1 0,-2 1 0,-1 3 0,-2 6 0,-2 5-4,2 4 0,-2 7 4,3 8 0,-4 10 0,2 10 0</inkml:trace>
  <inkml:trace contextRef="#ctx0" brushRef="#br0" timeOffset="1667">71 1056 8658,'-3'-10'0,"2"0"0,5 8 0,7 3 0,7 7 0,-1 3 0,2 6 0,-2 0 0,-1 2 0,-1 4 0,2 2 0,0 3 0,0 1 0,-5 3 0,-3 3 0,-3 1 0,-1 3 0,-2-1 0,-5 1 0,-2-5 0,-3-4 0,-5-2 0,0-3 0,-1-3 0,-1-5 0,1-7 0,-1-3 0,-1-4 0,-2-3 0,1-6 0,1-5 0,2-5 0,0-5 0,3 0 0,2-2 0,3-1 0,3 2 0,2 0 0,3 2 0,3 1 0,4-2 0,3-1 0,2 2 0,3-1 0,2 0 0,2 1 0,3-2 0,0 3 0,0 2 0,0 4 0,-2 4 0,3 2 0</inkml:trace>
  <inkml:trace contextRef="#ctx0" brushRef="#br0" timeOffset="2400">500 1216 8658,'-2'-11'0,"4"1"0,6-2 0,4 0 0,1-3 0,2 0 0,3 1 0,3 0 0,-1 4 0,2 3 0,-1 2 0,-2 2 0,-4 6 0,0 4 0,-2 4 0,0 6 0,-3 0 0,-2 7 0,-3 1 0,0 2 0,-4 3 0,2 3 0,-1 2 0,0-2 0,3 0 0,-3-2 0,2 0 0,1-1 0,1-6 0,2-1 0,1-3 0,1-2 0,3-3 0,2-5 0,0-1 0,1-2 0,-3-4 0,2 0 0,-1-3 0,-1 0 0,0-1 0,-1-3 0,1-5 0,-6 0 0,5-3 0,-5 2 0</inkml:trace>
  <inkml:trace contextRef="#ctx0" brushRef="#br0" timeOffset="2634">1001 1113 8658,'-13'3'0,"-2"0"0,0 1 0,1-1 0,0-1 0,1 1 0,-2 2 0,0-1 0,0 4 0,0 3 0,1 4 0,-4 4 0,0 4 0,-3 7 0,1 6 0,-5 6 0,0 5 0,-2 3 0,-4 2 0,2-3 0,2-1 0,4-6 0,7-8 0,5-7 0,3-6 0,4-9 0,9-5 0,-1-4 0,5-3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32.71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212 499 9857,'-11'6'0,"-1"0"0,-2-2 0,1-2 0,-1-1 0,1-1 0,0-1 0,-2-1 0,1 1 0,-1 0 0,1 3 0,-1 5 0,4 3 0,-1 5 0,2 2 0,2 4 0,3 2 0,3 2 0,2 2 0,0 1 0,0-2 0,0 2 0,3-3 0,4-1 0,0-4 0,3-4 0,2-3 0,2-2 0,2-8 0,-1-3 0,1-3 0,0-9 0,-2-3 0,1-4 0,-1-4 0,1-5 0,-1-8 0,1-2 0,-1-1 0,-3-3 0,-1-2 0,0-3 0,0-4 0,-3 2 0,1 0 0,-3 3 0,0 1 0,-2 4 0,1 2 0,-1 2 0,1 4 0,-1 4 0,2 5 0,-1 3 0,-1 1 0,2 7 0,-2 3 0,4 10 0,-2 5 0,0 10 0,-1 2 0,-1 4 0,0 2 0,-2 3 0,1 2 0,0 2 0,-2 4 0,1 3 0,1 0 0,0-1 0,0 5 0,-2 0 0,0 5 0,0 3 0,0-1 0,1 1 0,0-2 0,1-3 0,1-2 0,-1-4 0,2-3 0,2-5 0,1-10 0,2-7 0,1-9 0,2-4 0,-1-7 0,-2-1 0,-3-2 0</inkml:trace>
  <inkml:trace contextRef="#ctx0" brushRef="#br0" timeOffset="269">629 499 9857,'0'13'0,"4"-4"0,2-3 0,4-3 0,2-2 0,1-2 0,1-1 0,1-2 0,3-1 0,4 0 0,-1 0 0,1 0 0,-1 2 0,1-1 0,1 1 0,-3-1 0,-1 3 0,-1-1 0,-3 1 0,-2 1 0</inkml:trace>
  <inkml:trace contextRef="#ctx0" brushRef="#br0" timeOffset="501">815 300 9857,'-3'16'0,"0"-1"0,-4 2 0,1-2 0,0-1 0,-1-1 0,1 1 0,2 2 0,2 4 0,-1 1 0,1 1 0,1 3 0,0 2 0,3 7 0,1 0 0,0 3 0,2 1 0,1 3 0,1 0 0,1-3 0,1-3 0,2-6 0,0-9 0,2-2 0,2-3 0,1-7 0,3-4 0,1-4 0,2-4 0,0-5 0,1-6 0,5-3 0,-2 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38.34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 64 9109,'-3'-13'0,"0"-2"0,6-2 0,0-2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4:56.90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713 520 8581,'8'0'0,"1"0"0,-5-2 0,5-1 0,-5 1 0,4-1 0,-2 3 0,6-3 0,-2 9 0,0 1 0,0 6 0</inkml:trace>
  <inkml:trace contextRef="#ctx0" brushRef="#br0" timeOffset="164">758 744 8581,'-1'20'0,"-1"-3"0,-2-2 0,1-5 0,1-7 0,7-6 0,6-4 0,1-2 0,3-3 0,-1 2 0,-2 2 0,1-1 0</inkml:trace>
  <inkml:trace contextRef="#ctx0" brushRef="#br0" timeOffset="4915">1407 1 8736,'0'21'0,"0"-6"0,-1-5 0,4-10 0,5-3 0,4-1 0,5-2 0,3 3 0,4 0 0,5 0 0,0 0 0,5 3 0,1 0 0,3 0 0,3 0 0,4 0 0,3 0 0,2 0 0,0 0 0,1 0 0,3 0 0,3 0 0,2 0 0,3 1 0,1 1-4,1 3 1,4 1 0,1-1-1,-1-1 1,-1 0 1,2-2-1,1-2 1,2 0 0,2 0 1,-1 0 0,2 0 0,-1 0 1,0 0 0,2 0 0,-4 0 0,0 0 0,-3 0 0,-3 1 0,-2 0 0,0 2 0,1-2 0,-9 1 0,0 0 0,-7 0 0,-2 0 0,-3 0 0,-4 2 0,-4 3 0,-4 1 0,-3 0 0,-3-1 0,-2 1 0,-4-1 0,-3 0 0,-3 0 0,-2 0 0,-3 0 0,1-1 0,-1 0 0,0 2 0,-5 1 0,3-2 0,-6-2 0,-4 0 0,-4 0 0,-7 2 0</inkml:trace>
  <inkml:trace contextRef="#ctx0" brushRef="#br0" timeOffset="5630">1407 44 8842,'-7'14'0,"0"1"0,-1 1 0,1-2 0,3 2 0,2-3 0,1 3 0,1 3 0,0 3 0,0 4 0,1 4 0,1 5 0,1 0 0,3 6 0,-1 4 0,0 5 0,2 5 0,-1 6 0,0 3 0,-1-1 0,-1 2 0,4-4 0,-1-1 0,0-3 0,0-8 0,0-5 0,-2-10 0,0-9 0,-3-6 0,1-11 0,-3-8 0,-7-5 0,-2-15 0,-5-3 0,-3-2 0,-2-3 0,1 1 0,-1 1 0,3 0 0,2 3 0,0 0 0,3 7 0,-1 2 0,0 1 0,0 5 0,-4 1 0,0 4 0,1 5 0,0 4 0,3 5 0,2 3 0,-2 6 0,2 2 0,1 4 0,1 4 0,4 0 0,2 1 0,1-2 0,1-3 0,3-2 0,2-5 0,1-5 0,2-4 0,0-5 0,1-2 0,2-9 0,4-2 0</inkml:trace>
  <inkml:trace contextRef="#ctx0" brushRef="#br0" timeOffset="6030">1630 504 8840,'0'18'0,"0"-6"0,1 4 0,1 0 0,3-5 0,5 1 0,2-3 0,4-2 0,3 0 0,2 0 0,1 0 0,-1 1 0,0 1 0,-2 2 0,-3 0 0,-3 2 0,-2 1 0,-4 3 0,-1 2 0,-1 2 0,-3 3 0,-5 4 0,-4 2 0,-4 4 0,-3 0 0,0-1 0,-1-1 0,-2-3 0,1-3 0,-2-4 0,2-5 0,3-7 0,2-6 0,1-8 0,2-3 0,2-1 0,6-4 0,0-1 0,0 0 0,4-2 0,1 2 0,3 1 0,2 2 0,3 2 0,-2 1 0,4 1 0,2 1 0,1-1 0,4 4 0,-1 0 0,1 1 0,2 1 0,1 0 0,-1 0 0,1 0 0,-1-3 0,-2-1 0</inkml:trace>
  <inkml:trace contextRef="#ctx0" brushRef="#br0" timeOffset="6597">2141 339 8806,'4'13'0,"2"-1"0,0 4 0,2-3 0,1-2 0,3-2 0,1 1 0,1 2 0,1 0 0,1 3 0,1 2 0,2 2 0,-3 2 0,1 4 0,-2 3 0,-1 2 0,-3 6 0,-1-1 0,-3 3 0,-2 2 0,-3 3 0,-4 3 0,-4-1 0,-3 2 0,-2-7 0,-3-3 0,-1-6 0,1-7 0,0-5 0,-1-6 0,1-5 0,3-8 0,1-10 0,2-7 0,1-5 0,1-7 0,1-5 0,2-3 0,3-2 0,4-4 0,2-1 0,4 1 0,1 2 0,2 1 0,3 2 0,2-1 0,3-1 0,-1 3 0,6 1 0,0 5 0,-1 4 0,-2 6 0,1 8 0,-2 5 0,-3 4 0,0 4 0,-4 3 0,2 2 0,-3 1 0,-5 1 0,-1 4 0,0 0 0</inkml:trace>
  <inkml:trace contextRef="#ctx0" brushRef="#br0" timeOffset="6914">2896 288 8729,'3'15'0,"-3"-1"0,-1-2 0,-3 0 0,1 1 0,1 1 0,2 3 0,0 4 0,0 4 0,0 9 0,0 10 0,-1 6 0,-1 7 0,0 2 0,-2 5 0,0 1 0,0-2 0,0-5 0,-1-7 0,3-4 0,1-6 0,2-13 0,1-8 0,4-6 0,3-7 0,2-7 0,2-7 0,-1-4 0,2-3 0,-3 0 0</inkml:trace>
  <inkml:trace contextRef="#ctx0" brushRef="#br0" timeOffset="7164">3176 648 8729,'-3'11'0,"-4"2"0,-5-3 0,-2-2 0,0 0 0,-1 0 0,-1 1 0,-1 1 0,0 2 0,0-2 0,-2 1 0,-2 2 0,0 4 0,1 2 0,2 2 0,0 0 0,2 4 0,5 1 0,4-1 0,4-1 0,3-5 0,2-2 0,4-2 0,2 0 0,4-4 0,4-1 0,2-3 0,0-2 0,3-2 0,2-3 0,0 0 0,0 0 0,0 0 0,-1 0 0,2 3 0,2 1 0</inkml:trace>
  <inkml:trace contextRef="#ctx0" brushRef="#br0" timeOffset="7363">3349 921 8729,'-1'23'0,"-1"-1"0,-3 0 0,-2-2 0,-2-6 0,-1 1 0,2 2 0,3 1 0,3 2 0,1 0 0,1 0 0,0 3 0,1-4 0,1 2 0,3 0 0,1-2 0,1-3 0,0-4 0,1-2 0,2-5 0,1-4 0,0-5 0,0-1 0,-4-12 0,0 2 0</inkml:trace>
  <inkml:trace contextRef="#ctx0" brushRef="#br0" timeOffset="7700">3435 936 8729,'8'7'0,"0"-3"0,1-2 0,0-2 0,3-2 0,0-1 0,2-2 0,1 2 0,-4 3 0,-2 3 0,-1 2 0,-4 2 0,-1 2 0,-3 3 0,-3-1 0,-1 5 0,-4-2 0,-1 1 0,-3 1 0,-2 0 0,1-1 0,0-2 0,1-2 0,6 2 0,-2-2 0,8-1 0,2-3 0,8 0 0,9-4 0,-1 1 0,-1 1 0,-2 2 0,-1 1 0,1 1 0,-1 3 0,-3 4 0,-1 3 0,-3 0 0,-2 1 0,-2 4 0,-3-4 0,-1-1 0,-1-1 0,-4 1 0,-6-4 0,0-2 0,-4-2 0,0-2 0,1-4 0,-1-4 0,0-2 0,-1-4 0,2-5 0,1-1 0,0-3 0</inkml:trace>
  <inkml:trace contextRef="#ctx0" brushRef="#br0" timeOffset="8066">3889 511 8729,'11'8'0,"-1"-1"0,-3 3 0,1 0 0,1 0 0,2-3 0,3 0 0,-1-4 0,7-1 0,0-1 0,4-1 0,1 0 0,4-1 0,0-1 0,-1-3 0,1-3 0,0 0 0,-2 2 0,-3-1 0,-1 4 0,-6 0 0,-1 0 0,-1 2 0,-7-2 0,-11-1 0,-9 1 0</inkml:trace>
  <inkml:trace contextRef="#ctx0" brushRef="#br0" timeOffset="8249">4227 504 8729,'-3'29'0,"0"0"0,-2 3 0,-3 1 0,1-1 0,-3-1 0,3-1 0,2-1 0,2 3 0,3 2 0,0 4 0,0 2 0,0 1 0,0-2 0,0-4 0,0-2 0,0-4 0,0-3 0,0-3 0,0-2 0,0-6 0,-1-8 0,-1-7 0,-2-3 0,-3-5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12.12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6 80 9482,'-5'20'0,"5"-10"0,6-7 0,3-1 0,1-2 0,-3 13 0,-2 7 0,0 1 0,-2 5 0,-3 5 0,0 7 0,0 4 0,0 6 0,0-2 0,0 3 0,-1 2 0,-2 2 0,2-6 0,-3-2 0,3-6 0,1-5 0,0-4 0,8-15 0,2-11 0,1-10 0,-4-11 0,-3 1 0</inkml:trace>
  <inkml:trace contextRef="#ctx0" brushRef="#br0" timeOffset="450">106 0 9482,'0'16'0,"9"-6"0,4-7 0,5-2 0,3-1 0,2 0 0,2 4 0,1 3 0,-2 2 0,-11 4 0,-3 1 0,-2-1 0,-3 1 0,3-2 0,-5 5 0,0 1 0,-3 3 0,-4 0 0,-2-2 0,-4-5 0,-3 3 0,-1-1 0,0 1 0,-1 0 0,-1-4 0,2 3 0,2-1 0,1 1 0,1-4 0,0 1 0,1-1 0,2 2 0,3-6 0,4 6 0,1-2 0,2 5 0,4-4 0,5-5 0,2-2 0,-2 2 0,0 1 0,1 1 0,-2 0 0,3 0 0,-3 4 0,-2 3 0,-3 2 0,-2 5 0,-8 3 0,1-6 0,-6-2 0,-2-4 0,0-3 0,-5 3 0,0-2 0,-2-1 0,1-1 0,2-5 0,3-2 0,-2 1 0,6-4 0,-1 8 0,3-4 0</inkml:trace>
  <inkml:trace contextRef="#ctx0" brushRef="#br0" timeOffset="1031">555 459 9482,'0'20'0,"0"0"0,0-2 0,0 2 0,1-1 0,3 7 0,1-8 0,5-2 0,0-3 0,0-3 0,1-4 0,2 0 0,4-2 0,2-2 0,-4-2 0,-1-3 0,-3-3 0,-1-4 0,0-3 0,-1-1 0,-3-2 0,3 3 0,-2-5 0,2-3 0,1 2 0,0 0 0,-4 3 0,1 6 0,0 6 0,3 5 0,0 8 0,-5 2 0,0 4 0,-2 2 0,0 2 0,4-2 0,-3 8 0,1-1 0,-1 3 0,3 6 0,-4 2 0,-1 1 0,-1 3 0,-1-3 0,0 4 0,-1 5 0,-2 5 0,-3-1 0,-5 5 0,-2-3 0,-4-1 0,-1-4 0,-2-2 0,0-3 0,0-5 0,0-12 0,0-6 0,0-6 0,0-4 0,0-8 0,1-2 0,2-5 0,0-4 0,3-10 0,2-1 0,1-1 0,6-2 0,1 3 0,3-1 0,1 1 0,5-3 0,1 1 0,3-1 0,1 1 0,3 0 0,2 1 0,0 0 0,3 1 0,1-2 0,2 1 0,2 3 0,4 3 0,2 1 0,1 0 0,-2 2 0,-1 3 0,1 6 0,-4 1 0,1 3 0,-1 1 0,-5 9 0,-5 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17.36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210 434 9482,'-9'-4'0,"0"0"0,-1-2 0,-2 1 0,1 0 0,0 2 0,-3 0 0,0 2 0,-3 5 0,1 6 0,1 4 0,4 5 0,0 6 0,0 3 0,1 3 0,0 3 0,4 1 0,1 0 0,1 1 0,2-6 0,1-3 0,2-6 0,4-5 0,2-5 0,4-5 0,2-9 0,5-7 0,-2-5 0,0-4 0,-4-2 0,3-6 0,-1-2 0,0-1 0,-1-6 0,-2-3 0,1-2 0,0-4 0,-4-1 0,0-3 0,-3 0 0,2-2 0,-3 6 0,0 5 0,0 6 0,-1 7 0,-1 5 0,-2 4 0,3 9 0,1 9 0,2 9 0,0 9 0,-2 1 0,2 3 0,-2 3 0,1 2 0,0 2 0,1 0 0,-2-1 0,1 3 0,0 1 0,0 3 0,-2 0 0,-1 0 0,1 1 0,0-5 0,-3 1 0,0-3 0,3-3 0,-2-6 0,3-4 0,4-6 0,3-4 0,-2-8 0,1-5 0</inkml:trace>
  <inkml:trace contextRef="#ctx0" brushRef="#br0" timeOffset="316">466 507 9482,'6'13'0,"4"-3"0,1-2 0,1-3 0,2-2 0,0-4 0,2 0 0,-2-1 0,3-4 0,0 2 0,0-2 0,1 0 0,-3-3 0,0 0 0,-1 1 0,-3-1 0,-1-1 0,-1 0 0,-4-2 0,-2-2 0,-5-2 0,-2 2 0,-2 0 0,-4 4 0,-3 1 0,-2 2 0,-2 0 0,2 3 0,-2 0 0,0 2 0,1 3 0,2 4 0,0 6 0,2 2 0,2 3 0,-1 2 0,3 3 0,2 4 0,2 3 0,2 2 0,1 3 0,3-1 0,5 1 0,2-3 0,5-2 0,1-3 0,0-3 0,2-8 0,-1-4 0,1-4 0,0-4 0,1-7 0,1-2 0,-3-6 0</inkml:trace>
  <inkml:trace contextRef="#ctx0" brushRef="#br0" timeOffset="664">919 454 9482,'5'11'0,"1"0"0,0-5 0,5 0 0,0-4 0,3 1 0,1-3 0,1 0 0,0 0 0,2-2 0,2-1 0,-1 0 0,-1-2 0,-1-1 0,2 2 0,-3-2 0,0 3 0</inkml:trace>
  <inkml:trace contextRef="#ctx0" brushRef="#br0" timeOffset="849">1024 316 9482,'-6'17'0,"2"0"0,-5-3 0,1 2 0,2-2 0,0 3 0,2 1 0,2 3 0,1 3 0,1 0 0,0-1 0,0 0 0,3 1 0,3-2 0,3 1 0,1 0 0,1-4 0,3-5 0,1-2 0,0-3 0,2-5 0,-1-2 0,2-1 0,-1-1 0</inkml:trace>
  <inkml:trace contextRef="#ctx0" brushRef="#br0" timeOffset="1613">1497 474 9482,'-14'-3'0,"6"2"0,-1-1 0,0-2 0,-4 0 0,-2 1 0,-1 1 0,2 1 0,2 5 0,1 4 0,-1 5 0,3 4 0,1 1 0,3 2 0,3 1 0,1 1 0,1 0 0,0-1 0,0-2 0,6-6 0,3-1 0,2-4 0,2-6 0,1-9 0,1-4 0,0-3 0,0-3 0,-1-3 0,-1 0 0,0 1 0,-2 2 0,-1 2 0,-1 1 0,-1 1 0,-3 2 0,1 5 0,-8 6 0,2 7 0,-1 3 0,1 3 0,0 0 0,0 0 0,3 2 0,0 1 0,2 3 0,-1 1 0,0-1 0,1 3 0,-1-2 0,1 0 0,2-4 0,2-3 0,1-7 0,3-8 0,-3-8 0,0-6 0</inkml:trace>
  <inkml:trace contextRef="#ctx0" brushRef="#br0" timeOffset="1780">1753 539 9482,'0'14'0,"0"-4"0,0 1 0,0 1 0,2 0 0,1 2 0,3 2 0,-1-2 0,4 1 0,-2-1 0,2 1 0,0 0 0,-4-7 0,-5-11 0,-6-6 0,-4-11 0</inkml:trace>
  <inkml:trace contextRef="#ctx0" brushRef="#br0" timeOffset="1913">1772 270 9482,'7'-13'0</inkml:trace>
  <inkml:trace contextRef="#ctx0" brushRef="#br0" timeOffset="2296">2061 1 9482,'3'13'0,"-2"3"0,1 2 0,-1 1 0,-1 3 0,-2 2 0,-1 5 0,0 4 0,-1 5 0,0 2 0,2 3 0,-1 4 0,0 1 0,1 0 0,2 1 0,0 0 0,0-2 0,2-3 0,2-4 0,3-7 0,1-3 0,1-6 0,2-6 0,-2-3 0,3-1 0,-2-1 0</inkml:trace>
  <inkml:trace contextRef="#ctx0" brushRef="#br0" timeOffset="2979">2376 553 9482,'3'13'0,"2"-4"0,3-2 0,5-1 0,3-4 0,1-1 0,1 0 0,0-1 0,0 0 0,0-1 0,0-1 0,0 1 0,0-1 0,-3 1 0,-1 1 0,-4-3 0,-2-2 0,-8-5 0,-4-3 0,-6-2 0,1 2 0,-1 0 0,-2 0 0,0 0 0,-1 0 0,-1 0 0,1 2 0,-1 2 0,-1 2 0,2 5 0,0 4 0,3 7 0,3 5 0,1 6 0,2 4 0,1 4 0,0 3 0,2 0 0,-1 1 0,1-2 0,1 2 0,3-2 0,2-2 0,3-6 0,3-5 0,2-6 0,3-3 0,1-3 0,2-3 0,1-4 0,3-2 0,0-3 0</inkml:trace>
  <inkml:trace contextRef="#ctx0" brushRef="#br0" timeOffset="3496">2994 467 9482,'-6'7'0,"1"1"0,-6-5 0,-1-2 0,-3 0 0,0-1 0,1 0 0,-2 3 0,1 2 0,3 3 0,2 3 0,3 5 0,0 4 0,1 4 0,2 3 0,1 1 0,3 3 0,1-1 0,1 0 0,2-1 0,3-6 0,2-3 0,3-7 0,4-6 0,0-5 0,0-4 0,2-7 0,-2-7 0,1-5 0,1-3 0,0-6 0,0-4 0,-3-2 0,-1-2 0,-2-1 0,-1-3 0,-3-1 0,-3 0 0,-2 2 0,-3 3 0,-1 3 0,-1 2 0,-1 1 0,-4 3 0,1 4 0,2 1 0,1 3 0,2 1 0,0 0 0,-2 0 0,1 4 0,2 0 0,1 2 0,1 1 0,-1 3 0,5 6 0,-2 8 0,-1 1 0,-1 9 0,-1 1 0,-1 1 0,0 3 0,0 1 0,0 1 0,0 0 0,-1 2 0,0 3 0,-1 0 0,0 3 0,1 1 0,-1 3 0,0 3 0,1 4 0,0 6 0,1 2 0,1 0 0,1 1 0,1-3 0,5 0 0,0-3 0,1-5 0,1-8 0,0-11 0,0-5 0,3-6 0,3-6 0,-4-4 0,-3-2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23.44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6 644 8712,'-3'13'0,"1"1"0,2-4 0,5-2 0,3-3 0,6-2 0,2-3 0,1-1 0,1-1 0,1-2 0,1-3 0,0-1 0,-1-1 0,-2-3 0,-2 2 0,-4-3 0,-1 0 0,-4 0 0,0 0 0,-1 0 0,-3-1 0,-5 1 0,-4-2 0,-3 0 0,-2 0 0,-1 4 0,-1 2 0,1 2 0,2 3 0,0 0 0,0 1 0,-2 5 0,1 7 0,1 6 0,4 3 0,3 2 0,1 2 0,2 2 0,0 3 0,1 0 0,0 2 0,0-2 0,1 0 0,2-1 0,2-1 0,4-1 0,2-9 0,1-2 0,2-7 0,1-4 0,3-2 0,0-5 0,1-6 0,0-5 0,1-6 0,0-2 0,0-2 0,-1 0 0,-2 0 0,-1-1 0</inkml:trace>
  <inkml:trace contextRef="#ctx0" brushRef="#br0" timeOffset="232">381 480 8712,'-1'13'0,"-1"0"0,0 1 0,0-1 0,3 0 0,1 0 0,2 0 0,2 3 0,1 2 0,0 1 0,2 3 0,-1 2 0,2 2 0,0-1 0,-2-1 0,-1-2 0,-1-4 0,1-3 0,2-3 0,2-6 0,2-9 0,-2-8 0,-1-7 0,0-3 0,0-3 0,-2-4 0,2 0 0,-1-1 0,-1 0 0,1 3 0,-2 0 0,-1 3 0,1 3 0,-1 3 0,2 2 0,0 4 0,-3 7 0,4 8 0,-6 6 0</inkml:trace>
  <inkml:trace contextRef="#ctx0" brushRef="#br0" timeOffset="583">840 585 8712,'-13'-9'0,"0"2"0,0 4 0,3 4 0,-1 5 0,0 7 0,3 3 0,-2 7 0,3-2 0,3 1 0,2 2 0,1-2 0,2-1 0,3 0 0,3-7 0,2-4 0,2-4 0,4-4 0,0-7 0,1-5 0,1-4 0,-3-6 0,0-3 0,-2-3 0,0 0 0,-1 0 0,-4 3 0,0 3 0,-4 4 0,-3 5 0,1 16 0,1 8 0,0 6 0,-1 3 0,3-1 0,0 2 0,2-2 0,1 1 0,0-1 0,1-3 0,2-3 0,0-4 0,-1-4 0,1-5 0,-2-1 0,2-1 0</inkml:trace>
  <inkml:trace contextRef="#ctx0" brushRef="#br0" timeOffset="1049">1293 1 8712,'-3'13'0,"0"0"0,-3 0 0,1 1 0,0 1 0,4 0 0,-1 2 0,1 2 0,1 3 0,1 2 0,1 6 0,2 5 0,-1 3 0,2 4 0,-2 8 0,-3 6 0,-1 3 0,-3 1 0,-3 2 0,-1-4 0,-1-3 0,0-7 0,4-11 0,0-8 0,8-13 0,6-14 0,2-8 0,3-7 0,-1-3 0,0-6 0,0-2 0,0-2 0</inkml:trace>
  <inkml:trace contextRef="#ctx0" brushRef="#br0" timeOffset="1930">1457 480 8712,'0'13'0,"0"-2"0,0 0 0,0 1 0,0 1 0,0 2 0,-2 2 0,0 3 0,1 0 0,0 2 0,1-1 0,0 3 0,1 0 0,1 0 0,4-5 0,3-3 0,1-3 0,2-2 0,0-2 0,2-5 0,-1-2 0,0-1 0,0-5 0,0-3 0,0-5 0,0-2 0,0-5 0,-2 2 0,0-3 0,-2-2 0,2 2 0,-2-2 0,-1 2 0,-1 0 0,0 1 0,-1 1 0,1 3 0,-3 4 0,1 13 0,-3 7 0,0 6 0,1 6 0,-2-1 0,2 4 0,-1 0 0,0 0 0,3-2 0,-1-2 0,3-1 0,2-1 0,3-5 0,4-5 0,1-3 0,1-3 0,3-8 0,2-5 0,0-5 0,-1-3 0,0-3 0,-2-2 0,-1 0 0,-2 0 0,-1 4 0,-5 0 0,-3 4 0,0 2 0,-5 3 0,-1 0 0,-4 3 0,-5-1 0,0 2 0,-4 1 0,2 3 0,-2 3 0,1 8 0,0 7 0,2 2 0,3 0 0,1 3 0,-2 3 0,1 0 0,1 2 0,2-2 0,0 1 0,2-1 0,2-1 0,5-2 0,4-7 0,4-3 0,2-5 0,3-4 0,1-7 0,1-6 0,-1-6 0,-2-3 0,-3-5 0,0 1 0,-4 0 0,-2 3 0,-4 2 0,-1 1 0,0 2 0,-5 1 0,0 2 0,-3 7 0,-2 4 0,0 8 0,4 7 0,2 3 0,1 3 0,2 2 0,1 2 0,1 2 0,1 2 0,-1 1 0,1 1 0,-1 0 0,3 0 0,0-4 0,2-3 0,0-3 0,2-3 0,1-6 0,0-7 0,2-4 0,2-7 0,-1-8 0,0-3 0,1-3 0,-4-2 0,1-3 0,-3-1 0,-1-1 0,-3-2 0,0-1 0,-3 1 0,-3 2 0,-1 2 0,-1 1 0,-1 0 0,-1 1 0,-1-1 0,-2 5 0,2 1 0,0 3 0,0 5 0,6 9 0,2 9 0,1 8 0,0 7 0,0-1 0,-1 5 0,-1 1 0,-1 4 0,1-1 0,0 0 0,0-1 0,1 1 0,-2 2 0,1 1 0,1 3 0,1 0 0,0-2 0,2-2 0,0-3 0,0-6 0,4-5 0,2-5 0,-3-8 0,1-6 0,-2-7 0,-2-6 0,0-3 0,0-3 0,-2 0 0,2-2 0,-4 0 0</inkml:trace>
  <inkml:trace contextRef="#ctx0" brushRef="#br0" timeOffset="2429">2193 546 8712,'6'19'0,"5"-5"0,2-6 0,4-7 0,2-4 0,0-4 0,2-2 0,1-2 0,1-1 0,4-1 0,1 0 0,0 2 0,1-1 0,-3 2 0</inkml:trace>
  <inkml:trace contextRef="#ctx0" brushRef="#br0" timeOffset="2629">2751 506 8712,'4'17'0,"0"2"0,-1 2 0,-1 0 0,-2-2 0,1-2 0,1 1 0,2 4 0,2 3 0,1 2 0,-1 2 0,1 1 0,0-1 0,-2-2 0,0-3 0,1-1 0,-3-16 0,1-8 0,-3-12 0,-2-11 0,-6-7 0,-3-5 0</inkml:trace>
  <inkml:trace contextRef="#ctx0" brushRef="#br0" timeOffset="2746">2856 277 8712,'7'13'0,"2"3"0,4-3 0,2 0 0,0-3 0,1 0 0,-1-3 0,2 2 0,-2 1 0,1 0 0</inkml:trace>
  <inkml:trace contextRef="#ctx0" brushRef="#br0" timeOffset="2947">3053 434 8712,'0'21'0,"0"0"0,0 4 0,-4 0 0,-1 1 0,-4 1 0,-1-1 0,2 0 0,-1 0 0,2 1 0,0-1 0,3-1 0,3-1 0,2-4 0,4-4 0,6-6 0,3-1 0,2-4 0,2-3 0,1-2 0,0-3 0,0-4 0,-1-3 0,-1-2 0,-3-2 0,-4-1 0,-2 0 0,-5-3 0,0-1 0,-3-1 0,0-2 0,0 0 0,0 3 0,0-1 0,0 0 0,0 1 0,0 2 0,0-2 0,0 2 0</inkml:trace>
  <inkml:trace contextRef="#ctx0" brushRef="#br0" timeOffset="3265">3270 572 8712,'6'23'0,"-2"-2"0,-1-4 0,0-1 0,1-2 0,1 1 0,4 0 0,-1 1 0,6 2 0,-3-2 0,-2 0 0,2-2 0,-2 4 0,-1-1 0,-1 0 0,2 1 0,0-2 0,0-6 0,-1-8 0,-2-8 0,2-8 0,-3-3 0,1-2 0,3-1 0,-2-5 0,3 0 0,-1 0 0,-1 3 0,1 1 0,-2 1 0,-1 1 0,4 3 0,1 3 0,0 11 0,1 9 0,-2 4 0,0 5 0,-1 3 0,-1 3 0,1 1 0,-1-1 0,1 2 0,0-4 0,-2-2 0,-1-1 0,0-5 0,1-6 0,-1-11 0,1-3 0,-4-8 0</inkml:trace>
  <inkml:trace contextRef="#ctx0" brushRef="#br0" timeOffset="3681">4058 802 8712,'3'20'0,"0"-3"0,-3 0 0,0 0 0,0-1 0,0 2 0,0 2 0,0 2 0,0 2 0,0 3 0,0 1 0,0 3 0,0 1 0,-3 1 0,-5 3 0,-5 3 0,-6 5 0,-4 1 0,-6 0 0,-4-4 0,-4-2 0,-1-7 0,-1-4 0,3-8 0,6-9 0,6-4 0,11-4 0,4 1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30.08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145 1 8661,'-7'16'0,"-3"-2"0,-3-2 0,2-4 0,-3 1 0,-1 1 0,2 0 0,-3 5 0,2 0 0,2 1 0,5-2 0,2 2 0,0 2 0,2 2 0,3-2 0,1 1 0,1 0 0,3 1 0,3-1 0,4-2 0,3-4 0,1-3 0,1-6 0,5-1 0,-1-3 0</inkml:trace>
  <inkml:trace contextRef="#ctx0" brushRef="#br0" timeOffset="352">440 139 8661,'-15'7'0,"0"-3"0,0-5 0,1-3 0,-2 0 0,-1 0 0,1-1 0,2 2 0,3 5 0,-1 6 0,3 5 0,3 7 0,3 3 0,2 3 0,1 3 0,1 4 0,1-3 0,2-1 0,5-5 0,2-3 0,2-4 0,0-3 0,0-7 0,0-6 0,1-3 0,1-4 0,0-8 0,1-5 0,1-5 0,-3-1 0,0 1 0,-2-1 0,-1-1 0,-2 1 0,-2 3 0,-1 7 0,-1 1 0,-4 6 0,-5 6 0,1 4 0,-3 11 0,1 2 0,1 1 0,1 3 0,3-2 0,0 1 0,0-1 0,4 0 0,2 0 0,5-1 0,1-8 0,1-1 0,3-2 0,1 2 0</inkml:trace>
  <inkml:trace contextRef="#ctx0" brushRef="#br0" timeOffset="686">729 106 8661,'5'16'0,"-2"1"0,0 0 0,-4-4 0,-2-1 0,-1 2 0,1 0 0,3 4 0,0 3 0,0 2 0,3 0 0,1 2 0,2 1 0,1-1 0,2-3 0,0-7 0,1-4 0,2-2 0,-2-5 0,1-2 0,1-4 0,0-2 0,-1-5 0,0-2 0,1-4 0,0-2 0,1-2 0,0-2 0,1 0 0,-1-1 0,1-1 0,0 2 0,-1 0 0,-1 2 0,-2 5 0,2 6 0,2 0 0,-3 7 0,2 5 0,-1 9 0,-2 6 0,-1 4 0,0 0 0,0 2 0,-1 0 0,-1 0 0,-1-3 0,-2-1 0,1 0 0,-2-4 0,-2-1 0,0 0 0,-4-11 0,-1-3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29.02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85 30 8712,'-15'0'0,"2"0"0,2 1 0,-2 1 0,2 0 0,3 5 0,1-1 0,3 7 0,1 1 0,3 3 0,2 1 0,1 3 0,0 3 0,2 2 0,2 0 0,2 1 0,-2-1 0,3-1 0,-2-3 0,1-2 0,5-6 0,-2-5 0,0-8 0,-2-10 0,-4-9 0,-1-4 0,0-4 0,-4-3 0,1-3 0,-1 0 0,-1 2 0,0 1 0,0 0 0,-1 2 0,-1 4 0,1 4 0,-1 4 0,1 6 0,1 7 0,0 6 0</inkml:trace>
  <inkml:trace contextRef="#ctx0" brushRef="#br0" timeOffset="550">328 89 8712,'0'19'0,"0"-1"0,0-3 0,-2-1 0,0-1 0,1 1 0,5 2 0,5 4 0,0-4 0,-1 2 0,-2-4 0,-2 0 0,0-1 0,1 0 0,-1 0 0,-2-3 0,1-7 0,-3-7 0,2-6 0,0-2 0,1-2 0,-1-1 0,2-2 0,2 0 0,1-2 0,-1 2 0,2 0 0,0-1 0,0 1 0,1-1 0,0 1 0,0 1 0,-1 1 0,0 2 0,1 0 0,-4 7 0,1 7 0,0 8 0,-1 7 0,0 4 0,0 3 0,0 3 0,3 1 0,3 3 0,2-1 0,0-1 0,1-1 0,2-2 0,3 0 0,2-1 0,3-9 0,-1-2 0,-1-7 0,1-3 0,-1-7 0,-2-5 0,-1-5 0,-2-5 0,-1-3 0,-4-2 0,0-2 0,-1 0 0,-5 5 0,0 1 0,-3 1 0,-1 0 0,-2 2 0,-3 0 0,-3 1 0,-2 1 0,-4 4 0,1 2 0,-1 0 0,-1 0 0,0 3 0,0 2 0,-1 2 0,-2 2 0,3 4 0,-3 5 0,3 3 0,2 2 0,2 4 0,3 4 0,2 2 0,1 4 0,3 3 0,0 3 0,3 1 0,4-1 0,3 2 0,5-2 0,1-2 0,3-5 0,0-8 0,3-6 0,1-6 0,-1-3 0,2-6 0,-4-2 0,-1-3 0,-2-6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32.20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57 73 8661,'0'19'0,"-3"2"0,-1 7 0,-2 1 0,0 1 0,0-3 0,1 0 0,1-3 0,1-1 0,1 5 0,2 4 0,0 5 0,0 4 0,0 1 0,0 0 0,0 2 0,0 4 0,1 1 0,1 0 0,1-3 0,1-4 0,2-7 0,-2-6 0,2-6 0,-2-7 0,-4-18 0,-4-6 0</inkml:trace>
  <inkml:trace contextRef="#ctx0" brushRef="#br0" timeOffset="417">5 106 8661,'-2'-17'0,"-1"2"0,3 3 0,7 1 0,-1 6 0,8-2 0,0 1 0,-1 3 0,3-1 0,0 1 0,-4 1 0,1 2 0,-1 3 0,-1 3 0,0 2 0,-5-1 0,3-3 0,1-2 0,5 0 0,-1-1 0,1 2 0,-1-1 0,-1 4 0,-5 0 0,-1 5 0,-3 2 0,0 2 0,-1 0 0,0-1 0,-2 1 0,1 1 0,-1-1 0,-1 1 0,-1 1 0,-1 2 0,-3 1 0,-3 0 0,-3 2 0,-4 0 0,-1 1 0,0 0 0,-2-2 0,-1-2 0,1-1 0,0-3 0,6-7 0,-1-3 0,10-7 0,1-1 0</inkml:trace>
  <inkml:trace contextRef="#ctx0" brushRef="#br0" timeOffset="1069">523 60 8661,'0'15'0,"-2"2"0,-3 0 0,-1 3 0,2 3 0,0 3 0,1-2 0,2 0 0,0-2 0,1 1 0,0-2 0,0-2 0,1-6 0,1 0 0,-1-4 0,5-8 0,-3-8 0,1-4 0,3-2 0,1-2 0,2 0 0,4-1 0,-3 1 0,1-1 0,1-1 0,0 0 0,0-4 0,1 0 0,2-1 0,-5-2 0,2 2 0,-1 2 0,-2 2 0,0 4 0,-4 3 0,-3 9 0,-2 5 0,-2 11 0,-5 7 0,2 3 0,-1 5 0,1 2 0,-2 2 0,4-2 0,1-2 0,0-2 0,1-3 0,2 1 0,2-2 0,5 0 0,3-2 0,3-2 0,3-3 0,1-3 0,1-5 0,-1-2 0,-1-3 0,-1-5 0,-4-4 0,-1-6 0,-2-3 0,1-7 0,-4-4 0,-2 0 0,-1 0 0,-3 2 0,0 2 0,-1-2 0,-1-3 0,-1 0 0,-2-6 0,-3-1 0,-1-2 0,-1 0 0,0 11 0,0 5 0,-1 10 0,-1 10 0,5 8 0,3 11 0</inkml:trace>
  <inkml:trace contextRef="#ctx0" brushRef="#br0" timeOffset="1665">1029 139 8661,'0'17'0,"-4"-3"0,-1-3 0,2 0 0,2 4 0,1 0 0,1 0 0,1-1 0,-1 2 0,4 1 0,0 4 0,1 3 0,0 0 0,1 4 0,-1-1 0,1-1 0,-1-2 0,-1-3 0,-1-3 0,2-8 0,4-9 0,0-6 0,4-10 0,-5-9 0,1-6 0,2-5 0,-2-2 0,0 6 0,0 2 0,-2 5 0,-3 4 0,-1 2 0,-1 3 0,-2 1 0,0 5 0,-1 1 0,0 5 0,3 12 0,4 8 0,2 6 0,5-8 0,-1 0 0,3-2 0,1 1 0,4-2 0,1-1 0,0-2 0,1-2 0,0 0 0,1-2 0,0 0 0,-2-2 0,-1-3 0,-3-1 0,-3-1 0,-1-2 0,-1-3 0,-3-2 0,-1-2 0,-4 1 0,-3-1 0,-1-1 0,-1-3 0,-3 0 0,-3-2 0,-2-2 0,-2-2 0,-3-3 0,0-1 0,0 0 0,0 1 0,0 4 0,2 1 0,0 5 0,-1 7 0,0 7 0,1 7 0,0 4 0,2 6 0,0 4 0,3 8 0,0 1 0,1 2 0,3 1 0,2 0 0,2 1 0,3 1 0,2-1 0,3 2 0,4 0 0,2-1 0,0-7 0,3-3 0,-1-5 0,1-5 0,-4-5 0,0-6 0,-1-1 0,-1-3 0,1-1 0,-1-4 0,-1-2 0,-1-6 0,-2 0 0,-2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35.37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1 769 8661,'2'13'0,"0"1"0,-1 1 0,3 1 0,0 2 0,5-6 0,3-7 0,2-6 0,2-6 0,3-7 0,-3-1 0,1-2 0,0-5 0,-2-2 0,0-2 0,-1 0 0,-2-1 0,0-2 0,-1-1 0,0-2 0,-1 2 0,-2 1 0,-3 2 0,-1 3 0,-3 2 0,1 1 0,0 4 0,-4 9 0,-4 8 0,-3 11 0,1 2 0,3 3 0,1 0 0,1 1 0,2 2 0,0 1 0,1 1 0,0 2 0,0 1 0,3 4 0,1-3 0,2 3 0,4 3 0,1-2 0,2 0 0,1-4 0,2-4 0,1-3 0,-1-6 0,0-1 0,0-5 0,0-5 0,-3-6 0,0-3 0,0-3 0,-2-2 0,-1-3 0,-1-1 0,-3-2 0,0-1 0,-3 1 0,0-1 0,-1 0 0,1 0 0</inkml:trace>
  <inkml:trace contextRef="#ctx0" brushRef="#br0" timeOffset="167">60 434 8661,'-6'18'0,"1"-1"0,0 1 0,0-5 0,9-2 0,5-2 0,7-4 0,5-4 0,4-2 0,5-2 0,5-2 0,3-3 0,-1-1 0,1-1 0,-1 0 0</inkml:trace>
  <inkml:trace contextRef="#ctx0" brushRef="#br0" timeOffset="550">605 1 8661,'0'15'0,"-1"2"0,-1 2 0,1 0 0,-1 6 0,2 2 0,2 2 0,2 6 0,2 1 0,1 1 0,-1 3 0,1 4 0,-1 5 0,0-1 0,-1 1 0,-2-3 0,-1 2 0,0-2 0,-1-5 0,0-3 0,0-9 0,0-5 0,2-5 0,2-9 0,2-6 0,0-4 0,4-10 0,0-4 0,-1-5 0,3-3 0,-3-5 0,1-2 0,0-2 0,-1 0 0,1 0 0,-2 4 0,-2 2 0,-1 5 0,-1 4 0,-1 0 0,0 8 0,0 6 0,-1 7 0,-3 15 0,0 2 0,0 3 0,0 1 0,0 1 0,1 0 0,1 0 0,0-3 0,3-5 0,1-1 0,2-3 0,4-4 0,0-3 0,2-3 0,1-5 0,3-6 0,-1-4 0</inkml:trace>
  <inkml:trace contextRef="#ctx0" brushRef="#br0" timeOffset="1184">1077 533 8661,'-3'-12'0,"-1"-1"0,-4 1 0,-1-3 0,-2 1 0,0 4 0,-2 2 0,0 3 0,2 2 0,1 6 0,1 5 0,3 4 0,1 7 0,2 6 0,2 2 0,0 1 0,2 4 0,2-2 0,3 2 0,5-2 0,1 1 0,2-6 0,1-4 0,3-7 0,1-6 0,0-6 0,1-4 0,0-4 0,-1-6 0,0-10 0,-1-2 0,-3-4 0,-2-1 0,-2-3 0,-2 3 0,-2 2 0,-2 0 0,-2 5 0,0 2 0,-1 2 0,-1 4 0,-6 10 0,1 8 0,-1 4 0,5 7 0,0-1 0,0-1 0,3 4 0,0 2 0,0 3 0,2 1 0,3 3 0,1 2 0,0-2 0,0-1 0,-1-2 0,3 2 0,1-1 0,0-2 0,1-3 0,-2-4 0,0-2 0,1-4 0,0-1 0,2-7 0,-1-2 0,0-2 0,0-7 0,0-3 0,0-4 0,0-5 0,0 1 0,1-5 0,-1-2 0,0-4 0,-3 0 0,-1-4 0,-2 0 0,0 2 0,-4 2 0,0 2 0,-3 2 0,0 2 0,-3 6 0,-1 5 0,-2 1 0,2 3 0,-1 6 0,3 8 0,0 6 0,3 9 0,1 1 0,2 0 0,2 4 0,1 1 0,0 2 0,2 3 0,-2-2 0,3 4 0,-1 0 0,2 1 0,-2 1 0,1-3 0,-1-1 0,2-2 0,0-5 0,0-3 0,3-5 0,-3-7 0,3-9 0,1-6 0,-5-3 0,1-6 0,-3-1 0,-2-1 0,-2-1 0,-2 0 0,-1 0 0,-1 1 0,0-1 0</inkml:trace>
  <inkml:trace contextRef="#ctx0" brushRef="#br0" timeOffset="1400">1458 480 8661,'0'17'0,"0"-3"0,0-3 0,6-6 0,3-1 0,2-3 0,3-3 0,4-2 0,2-3 0,3 2 0,2 0 0,-2 0 0,1 3 0,0 0 0,0 2 0,-5 0 0,-3 3 0,-3 1 0,1 2 0,-4 1 0,-1 2 0,-8-2 0,-5 6 0,-6-3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48.62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211 65 8661,'-13'-4'0,"0"1"0,0 3 0,-1 0 0,3 1 0,1 2 0,-2 3 0,2 1 0,2 4 0,0 1 0,2 1 0,-1 0 0,1 1 0,1 2 0,1 3 0,-1 4 0,-1 3 0,-1 1 0,1 2 0,-1 1 0,1 6 0,-1 4 0,1 5 0,1 3 0,1 4 0,-1-3 0,2 0 0,0 0 0,4-4 0,3-3 0,2-8 0,8-6 0,-1-6 0,4-6 0,4-3 0,1-7 0,5-4 0,0-5 0,1-6 0,3-5 0,3-8 0,1-5 0,-1-5 0,0-4 0,-2-4 0,-1-3 0,0-3 0,-3 3 0,-1-4 0,-3 0 0,-4 0 0,-3 1 0,-5 3 0,-1 2 0,-5 5 0,-2 0 0,-5 5 0,-1 0 0,-3 0 0,-3 3 0,-3 6 0,-2 3 0,0 2 0,-1 4 0,-1 3 0,-2 1 0,1 3 0,-3 0 0,4 4 0,0 1 0,1 3 0,1 3 0,2 5 0,2 3 0,3 2 0,3 1 0,0 1 0</inkml:trace>
  <inkml:trace contextRef="#ctx0" brushRef="#br0" timeOffset="331">283 472 8661,'0'13'0,"0"0"0,2-2 0,2 0 0,1-3 0,5 1 0,1 1 0,2 1 0,-2 1 0,5 2 0,0 1 0,2 3 0,1 2 0,0 4 0,-1 1 0,0 0 0,-6 0 0,1-3 0,-1-3 0,-2-3 0,0-5 0,-1-3 0,-2-3 0,3-2 0</inkml:trace>
  <inkml:trace contextRef="#ctx0" brushRef="#br0" timeOffset="665">736 537 8661,'4'13'0,"-2"1"0,-1-1 0,1-2 0,0 3 0,0-5 0,-2 5 0,1 0 0,1 3 0,-1 0 0,2 0 0,-1-1 0,0-2 0,3 1 0,-3 0 0,-1 0 0,3-3 0,-6-2 0,1-4 0</inkml:trace>
  <inkml:trace contextRef="#ctx0" brushRef="#br0" timeOffset="813">769 327 8661,'13'-1'0,"0"4"0,0 4 0,1 2 0,-1 2 0,0 0 0</inkml:trace>
  <inkml:trace contextRef="#ctx0" brushRef="#br0" timeOffset="1113">927 472 8661,'6'25'0,"-2"-4"0,-1 3 0,-1-3 0,0-4 0,0 2 0,-2-2 0,0 0 0,0-2 0,3-1 0,-1-1 0,1 0 0,0 0 0,2-2 0,0 0 0,1-3 0,2-3 0,1-9 0,-1-6 0,-1-5 0,0 0 0,0-2 0,2 0 0,-1-2 0,2 2 0,1-1 0,-1 0 0,-2 2 0,1 3 0,1 0 0,0 1 0,3 3 0,-1 8 0,-1 9 0,-2 5 0,-2 3 0,-2 5 0,-1 3 0,-1 1 0,1 2 0,-3-1 0,1-1 0,-1-1 0,-1-2 0,2-4 0,1-3 0,5-4 0,-1-1 0</inkml:trace>
  <inkml:trace contextRef="#ctx0" brushRef="#br0" timeOffset="1650">2723 296 8661,'7'13'0,"0"0"0,2-3 0,2-4 0,2-3 0,3-2 0,0-1 0,4 0 0,1-1 0,1-1 0,1-1 0,3-1 0,-2 1 0,-2 8 0,-2 3 0</inkml:trace>
  <inkml:trace contextRef="#ctx0" brushRef="#br0" timeOffset="1828">2770 480 8661,'-7'19'0,"3"-5"0,10-4 0,7-9 0,3-2 0,1-4 0,3 0 0,3 0 0,0 1 0,2 2 0,-2-1 0,-2 4 0,0 1 0,-4 8 0,-1 4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53.38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17 1 8661,'-3'16'0,"-1"1"0,0-1 0,0 0 0,2-8 0,8-6 0,6-9 0,4-3 0,-3 0 0,-1 1 0,-2 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53.82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8661,'14'13'0,"-4"-3"0,-2 6 0,3-6 0,0-3 0,1-5 0,1-4 0,-3 4 0,0-1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7:51.60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177 40 8661,'-16'0'0,"5"1"0,-2 1 0,1 0 0,-1 2 0,0 1 0,0 2 0,2 2 0,2 2 0,-1 4 0,3 2 0,-2 7 0,0 3 0,0 6 0,1 2 0,3 0 0,1 3 0,1 2 0,1 5 0,2 2 0,0-4 0,0-2 0,6-4 0,3-6 0,2-4 0,3-4 0,2-6 0,1-7 0,2-4 0,1-3 0,2-1 0,2-5 0,2-5 0,0-4 0,3-7 0,0-6 0,0-5 0,0-2 0,-2-6 0,-4-2 0,-1-2 0,0-1 0,-6-2 0,-2 4 0,-6 0 0,-3 1 0,-2 3 0,-6 2 0,-3 3 0,-2 4 0,-6 3 0,0 8 0,-1 3 0,-1 3 0,-2 3 0,2 2 0,0 3 0,0 2 0,1 2 0,1 1 0,0 3 0,1 3 0,-2 2 0,5 3 0,0 1 0,1 2 0,-1 3 0,0 5 0</inkml:trace>
  <inkml:trace contextRef="#ctx0" brushRef="#br0" timeOffset="183">210 329 8661,'0'13'0,"0"1"0,0-1 0,1 1 0,1 1 0,3 0 0,3 1 0,3-3 0,-1 0 0,1-5 0,0 1 0,0 2 0,1 2 0,-2 2 0,1 0 0,0-2 0,-2 1 0,1-1 0,0 0 0,1 0 0,-1 0 0,4 0 0</inkml:trace>
  <inkml:trace contextRef="#ctx0" brushRef="#br0" timeOffset="502">558 526 8661,'-3'13'0,"-1"1"0,-2-4 0,0-1 0,0 4 0,1 2 0,2 5 0,3 0 0,1 0 0,1 1 0,2-1 0,3 2 0,1-2 0,1 0 0,2-3 0,-2-3 0,2-2 0,0-3 0,2-6 0,-1-4 0,0-4 0,-1-6 0,-2-6 0,1-4 0,-4-3 0,0-3 0,-3-3 0,-1 1 0,-1 2 0,-1 0 0,0 3 0,-1 2 0,-1 0 0,-2 0 0,-3 1 0,-2 6 0,-1 3 0,-3 5 0</inkml:trace>
  <inkml:trace contextRef="#ctx0" brushRef="#br0" timeOffset="863">788 585 8661,'-7'16'0,"1"-1"0,-1 3 0,4-2 0,1 2 0,1-2 0,1 0 0,3 0 0,3 2 0,3 0 0,1 0 0,-1-3 0,2-1 0,1-3 0,0-1 0,1-2 0,1-5 0,1-3 0,-3-4 0,1-6 0,-1-4 0,-2-2 0,0-1 0,-4-1 0,1 0 0,-1 0 0,0 0 0,-1 0 0,0 3 0,-2 1 0,2 1 0,0 8 0,-2 6 0,0 9 0,1 4 0,1 2 0,-1 1 0,1 2 0,1 1 0,1 0 0,0-1 0,2-2 0,-1 2 0,3-1 0,0-2 0,-1-6 0,2-4 0,-1-6 0</inkml:trace>
  <inkml:trace contextRef="#ctx0" brushRef="#br0" timeOffset="1033">1169 605 8661,'13'6'0,"0"-2"0,1 2 0,1-3 0,-1-2 0,2-1 0,0 0 0,-1 0 0,0 0 0,-1 0 0,1 0 0,0 0 0,0 0 0,-2 0 0,4-3 0,-1-1 0</inkml:trace>
  <inkml:trace contextRef="#ctx0" brushRef="#br0" timeOffset="1241">1320 480 8661,'-7'14'0,"1"-1"0,-1 0 0,-2 0 0,1 1 0,0 1 0,3 3 0,0 1 0,3 2 0,1 2 0,0 3 0,2 3 0,1-1 0,2 2 0,2 0 0,1-1 0,1-6 0,2-3 0,0-4 0,1-3 0,1-2 0,-1 0 0,2-6 0,-2 0 0,-2-1 0,1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8:01.28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9781,'3'13'0,"4"0"0,3-6 0,5-3 0,0-2 0,3-2 0,0 0 0,1 0 0,0 0 0,1-2 0,0 0 0,2 0 0,0 1 0,-1 1 0,-3 0 0,-1 0 0,-1 0 0,-3 0 0,-2 0 0,-6 0 0,-5 6 0,-7 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8:09.45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436 1 8703,'2'13'0,"0"0"0,-2 0 0,-5 0 0,-1 0 0,-3 1 0,-1-1 0,-3 0 0,-1 0 0,1-2 0,0-1 0,-1 1 0,-1 2 0,-3-1 0,-3 5 0,-4 2 0,0 0 0,-2 4 0,-1 3 0,-1 1 0,-1 1 0,5 1 0,-1-1 0,3-2 0,2-1 0,6-7 0,4 0 0,7-4 0,7-3 0,2-2 0,7-3 0,3-1 0,1-1 0,1 1 0,4 2 0,1 1 0,2 1 0,1 3 0,1 1 0,1 1 0,-1 1 0,0 2 0,0 0 0,1 3 0,2 2 0,-4-4 0,0 1 0,-1-2 0,-3-3 0,-1 0 0,0-2 0,-1-1 0,-2-2 0,-1-2 0,-2-2 0,2-1 0,-7 0 0,2 0 0,-7-1 0,2-3 0,-6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8:21.70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73 1 9862,'-4'11'0,"-1"0"0,5-5 0,0 3 0,5-4 0,7 3 0,2-4 0,1-1 0,6 2 0,2-1 0,4 0 0,4 0 0,3 0 0,2 1 0,0 0 0,2 0 0,-1-2 0,-2 2 0,-2 2 0,-5 1 0,-5 1 0,-5-1 0,-4 2 0,-2 0 0,-5 1 0,-5 3 0,-2 1 0,-2 0 0,-6 2 0,-5-1 0,-4 5 0,-5 2 0,-4 4 0,-5 2 0,-3 3 0,-4 1 0,-3-3 0,-1 5 0,-1-3 0,-1 2 0,1 2 0,3-1 0,5-3 0,7-3 0,7-8 0,5-3 0,6-9 0,3-7 0,4-5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8:23.23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585 1 8624,'-1'11'0,"-2"0"0,-3 0 0,-2 2 0,-4 0 0,0 0 0,-2-3 0,4 0 0,-4 0 0,-1 3 0,-4 1 0,-4 4 0,0 3 0,-2 2 0,-4 6 0,-3 2 0,-2 2 0,-1 2 0,2 3 0,1-3 0,1-1 0,3 0 0,0-2 0,3-2 0,5-1 0,2-2 0,4-4 0,3-1 0,2-2 0,2 0 0,1-2 0,1-2 0,3 0 1,2-1 1,1 0 0,3-1 2,2 2 1,5-2 0,0-1 0,2-1-1,3 2 1,0 1-1,5 0 1,1 2-2,2 1 0,1 1 1,-1 3-1,0 0-1,1 0 1,0 2 0,0-1 0,-2-1-1,0-2 1,-1-2 0,-3-5-3,-2-2 0,2-2 0,-2-2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8:23.95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8686,'1'10'0,"5"-1"0,7-2 0,3 1 0,7 0 0,-1 1 0,2-1 0,6 2 0,2 1 0,4 1 0,1 1 0,1 0 0,-3 0 0,-2 1 0,-1-1 0,-2 0 0,-3 0 0,-3 0 0,-3 0 0,0 0 0,-6 1 0,0 1 0,-1 0 0,-4 1 0,-2-3 0,-3 0 0,0 2 0,-5 1 0,-5 1 0,-5-5 0,-11 1 0,-3-1 0,-2-2 0,-5 3 0,1 0 0,-3 2 0,-2 2 0,-1 3 0,-1 5 0,2 1 0,1 2 0,4 3 0,0 5 0,1 2 0,4 0 0,2 0 0,6-6 0,1-3 0,2-3 0,1-4 0,0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9:04.06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70 226 8597,'5'16'0,"-3"-1"0,-1-2 0,-1 0 0,0 1 0,0 1 0,-1 1 0,-1 2 0,1-1 0,-2 2 0,2 0 0,1 2 0,-2 5 0,-2 2 0,1 2 0,-1 2 0,-1 1 0,3 1 0,0-1 0,1-5 0,2-5 0,2-4 0,1-11 0,4-8 0,-1-11 0,1-8 0,0-5 0,0-7 0</inkml:trace>
  <inkml:trace contextRef="#ctx0" brushRef="#br0" timeOffset="436">0 0 8597,'12'4'0,"1"-1"0,1-2 0,2-1 0,2 0 0,1 0 0,1 0 0,0 0 0,1 1 0,-1 1 0,-1 4 0,-1 0 0,-4 3 0,-2 2 0,-1 1 0,-4 6 0,-5 1 0,-1 1 0,-1 1 0,0 2 0,0 0 0,1 0 0,2-2 0,-1 1 0,3-1 0,1 2 0,1 3 0,0-3 0,1 2 0,0 0 0,0-1 0,0 1 0,-1 0 0,1 1 0,0-1 0,-3-4 0,0-3 0,-2-1 0,0-4 0,0-6 0,-1-7 0,3-13 0,1-3 0,1-2 0,2-5 0,0-3 0,2-2 0,1-2 0,-2 4 0,0 0 0,-1 2 0,-1 3 0,0 5 0,0 5 0,3 2 0,-3 10 0,3 10 0,-3 7 0,0 5 0,0 1 0,-1 4 0,-1 0 0,-1-1 0,0-1 0,2 2 0,-1-1 0,-1-2 0,-2-4 0,2-3 0,-3-5 0,5-9 0,-3-5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9:05.63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117 55 8597,'-5'8'0,"-2"-1"0,3-6 0,-4 2 0,0 2 0,1 5 0,-1 0 0,0 2 0,0 1 0,0 5 0,4 1 0,2 1 0,1-1 0,4-1 0,2-6 0,2-1 0,2 0 0,0 0 0,2-1 0,-1 0 0,1 1 0,-2 0 0,1-1 0,-1 3 0,-5-1 0,-1 2 0,-2 3 0,-2-2 0,-2 3 0,-4-1 0,-3-2 0,-3 1 0,2 0 0,-1-1 0,-1-2 0,-4-2 0,-1-2 0,5-4 0,1-8 0,5-5 0,5-4 0,2-3 0,2 0 0,4-1 0,4 0 0,-1 1 0,3 0 0,0 1 0,1 1 0,0 3 0,2-3 0,1-1 0,0 2 0,1 0 0,3 1 0,-1 2 0,0 3 0,4-1 0,-1 2 0,-1-1 0,2 1 0,-1 0 0,2 4 0,-1-3 0,0 0 0,-2 2 0,-1-1 0,0 0 0,0 0 0,-3 0 0,1 1 0,-1 0 0,-4-1 0,0 2 0,1-2 0,-7 3 0,0-4 0</inkml:trace>
  <inkml:trace contextRef="#ctx0" brushRef="#br0" timeOffset="216">498 109 8597,'-8'15'0,"0"-2"0,-3-3 0,3-1 0,-3-1 0,3 0 0,0-1 0,0-1 0,0-1 0,1 7 0,2 6 0,3 4 0,0 1 0,0 1 0,0 2 0,-1-1 0,3 0 0,0 0 0,0-2 0,3 0 0,3-4 0,3-3 0,3-6 0,3-3 0,-1-5 0,5-4 0,0-4 0,2-1 0,-2-4 0,3-1 0,-2-4 0</inkml:trace>
  <inkml:trace contextRef="#ctx0" brushRef="#br0" timeOffset="516">662 335 8597,'8'-20'0,"-1"3"0,1 3 0,-4 0 0,-4 4 0,-2 3 0,-6 4 0,2 6 0,-4 2 0,2 3 0,3 2 0,-1 2 0,2 4 0,1 0 0,-1 3 0,2 0 0,2 1 0,0-1 0,0-3 0,0 0 0,0-1 0,3 1 0,1-4 0,5-3 0,2-2 0,5-5 0,-1-3 0,4-5 0,-4-7 0,-2-6 0,1-3 0,-4-2 0,0 1 0,-1 0 0,-3 0 0,0 2 0,-4 3 0,0 5 0,1 3 0,-3 7 0,4 8 0,-1 10 0,3 6 0,0 0 0,2-1 0,1 2 0,1 1 0,0 0 0,2-1 0,-1-1 0,0-3 0,-3-6 0,3-4 0,2-4 0,-2-3 0,0-1 0</inkml:trace>
  <inkml:trace contextRef="#ctx0" brushRef="#br0" timeOffset="977">1059 257 8597,'-20'4'0,"4"-3"0,18 2 0,9-3 0,7 0 0,3 0 0,2 0 0,1 0 0,1 0 0,2 0 0,1 0 0,-2-1 0,1 0 0,0-2 0,2-2 0,-4 2 0,-3 1 0,2 2 0,-4 0 0</inkml:trace>
  <inkml:trace contextRef="#ctx0" brushRef="#br0" timeOffset="1150">1261 133 8597,'-3'21'0,"-2"3"0,-2 1 0,-1-3 0,0-1 0,4 1 0,1-2 0,2 0 0,2 3 0,2-1 0,4-3 0,4 0 0,1 1 0,2 0 0,1-2 0,0-1 0,1-3 0,0-4 0,-1-5 0,1-2 0,-1-2 0,-3-5 0,3-3 0,-3-6 0</inkml:trace>
  <inkml:trace contextRef="#ctx0" brushRef="#br0" timeOffset="1299">1557 296 8597,'8'12'0,"-1"0"0,-2 3 0,0 2 0,-3 1 0,3 2 0,2 2 0,1-1 0,0-2 0,0 0 0,-1-2 0,-1 1 0,-1-2 0,0-4 0,3-1 0,-4-10 0,0-2 0</inkml:trace>
  <inkml:trace contextRef="#ctx0" brushRef="#br0" timeOffset="1432">1604 24 8597,'16'0'0,"-1"-3"0,0 0 0,-1-1 0,-1 1 0,3-3 0,4 1 0</inkml:trace>
  <inkml:trace contextRef="#ctx0" brushRef="#br0" timeOffset="1684">2103 187 8597,'0'20'0,"-1"-4"0,-2-6 0,-2-2 0,-5-2 0,0-1 0,-3 0 0,2 3 0,0 0 0,-1 0 0,-2 3 0,2 3 0,-1 2 0,0 2 0,4 3 0,-1-2 0,4 0 0,4 0 0,1-1 0,3-2 0,3-1 0,5-2 0,4-2 0,2-3 0,3 0 0,-2-2 0,3 1 0,-1-2 0,-2 0 0,0-1 0,-2 3 0,4 4 0,1 6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49:13.73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276 15 8831,'-4'13'0,"-2"-2"0,-3-2 0,-1-2 0,-3-3 0,3 1 0,-7-3 0,2 0 0,-2-1 0,2 0 0,2 2 0,2 2 0,3 3 0,2 4 0,1 1 0,3 3 0,0-3 0,1 2 0,1 0 0,1 1 0,1 0 0,1-2 0,1-1 0,4-1 0,3-1 0,-1 1 0,1 0 0,-2 2 0,1-4 0,-1 0 0,-1-2 0,-1 2 0,-2 3 0,-3 0 0,-5 4 0,-5-3 0,-3 0 0,-6-4 0,-1 0 0,-2-2 0,-4 0 0,0-1 0,0-2 0,1-2 0,8-3 0,-1-3 0,10-6 0,3-4 0,9-7 0,7 3 0</inkml:trace>
  <inkml:trace contextRef="#ctx0" brushRef="#br0" timeOffset="150">377 202 8831,'15'7'0,"0"1"0,-2 0 0,-1-4 0,-1-1 0,2-2 0,1-1 0,3-4 0,1-1 0,3-2 0,1-1 0,1 0 0,1-2 0,-1 0 0,1 0 0,-4 2 0,1 0 0,0 4 0,2 0 0</inkml:trace>
  <inkml:trace contextRef="#ctx0" brushRef="#br0" timeOffset="335">634 22 8831,'-19'0'0,"6"1"0,-1 2 0,3 2 0,0 2 0,1 2 0,2 1 0,1 4 0,2 3 0,-1 4 0,3 5 0,2 2 0,0-1 0,1 6 0,0-1 0,1 2 0,1 1 0,3 0 0,2-5 0,2-5 0,1-5 0,2-8 0,5-4 0,0-4 0,1-3 0,1-8 0,-1-4 0,0-3 0,4-8 0,-3-2 0</inkml:trace>
  <inkml:trace contextRef="#ctx0" brushRef="#br0" timeOffset="885">821 202 8831,'4'-5'0,"-7"2"0,-3 6 0,-4 2 0,1 2 0,4 5 0,1 1 0,0 1 0,3 2 0,0-1 0,1 2 0,0 0 0,0 1 0,3 1 0,2-5 0,3-1 0,3-2 0,-2-6 0,5-3 0,2-5 0,1-5 0,1-4 0,-2-6 0,-1-3 0,1-1 0,-3-2 0,-1 1 0,-2 0 0,-3 3 0,0-2 0,-4 4 0,-2 0 0,0 6 0,-1 4 0,0 10 0,0 11 0,0 5 0,0 3 0,1 3 0,2 1 0,0 4 0,3 0 0,0 0 0,3 0 0,0-3 0,3-3 0,0-2 0,0-3 0,4-5 0,2-4 0,-1-3 0,-1-6 0,3-7 0,-1-7 0,-1-3 0,0-4 0,-5-2 0,-1-1 0,-1-2 0,1-2 0,-1-2 0,-3 1 0,-1 1 0,-1 1 0,-3 1 0,1 3 0,0 0 0,0 3 0,-1-3 0,-2 2 0,0-1 0,4-2 0,-3 10 0,4 7 0,-2 10 0,-1 9 0,-1 8 0,-1 5 0,0 0 0,0 2 0,0 4 0,0 0 0,0 0 0,0 2 0,0 3 0,0 1 0,1 3 0,1 2 0,0-2 0,4-4 0,3-6 0,3-6 0,3-3 0,0-8 0,2-7 0,1-6 0,-2-8 0,2-5 0,-2-5 0,-3-3 0,-2 2 0,-7-7 0,0 2 0</inkml:trace>
  <inkml:trace contextRef="#ctx0" brushRef="#br0" timeOffset="1033">1140 54 8831,'8'11'0,"0"1"0,2 3 0,0-2 0,5-2 0,0-3 0,3-1 0,2 1 0,2-3 0,3-2 0,1 1 0,-1 1 0,-1 5 0,-1 2 0</inkml:trace>
  <inkml:trace contextRef="#ctx0" brushRef="#br0" timeOffset="1344">1506 217 8831,'4'16'0,"3"-2"0,-1 0 0,4-1 0,7-4 0,5-1 0,0-5 0,3-2 0,1-5 0,4-3 0,-2-4 0,-2-1 0,0 3 0,-2-2 0,-2 3 0,-1 0 0,-5-1 0,-3-1 0,-2-3 0,-4-2 0,-6 0 0,-2 0 0,-5 2 0,-4-2 0,-3 3 0,-2 0 0,0 2 0,-1 1 0,1 2 0,-1 2 0,-2 1 0,1 5 0,2 3 0,4 3 0,2 5 0,1 4 0,1 2 0,2 3 0,1 2 0,2 3 0,-1 3 0,2 1 0,3 4 0,4 0 0,4-1 0,3-1 0,5-5 0,3-2 0,1-4 0,2-5 0,3-4 0,0-1 0,4 1 0</inkml:trace>
  <inkml:trace contextRef="#ctx0" brushRef="#br0" timeOffset="1467">2199 381 8831,'12'22'0,"-2"-1"0,-4-3 0,-3-5 0,-2-11 0,2-7 0,1-1 0,4 3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59:03.41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331 382 9453,'-17'-1'0,"2"-2"0,2-3 0,2-2 0,0-2 0,-1 1 0,-1 0 0,0 0 0,0 3 0,-4 1 0,2 0 0,-1 3 0,-2 5 0,0 6 0,0 4 0,-1 5 0,1 11 0,0 2 0,3 4 0,3 5 0,1 3 0,3 6 0,2 2 0,3 1 0,2-2 0,3-5 0,3-2 0,4-3 0,7-8 0,-1-5 0,3-9 0,0-8 0,0-4 0,2-8 0,0-5 0,2-5 0,0-12 0,-1-8 0,0-7 0,0-7 0,-3-10 0,-2-7 0,-1 1 0,-2-1 0,-4-5 0,-4-2 0,0-2 0,0 1 0,-3 11 0,2 9 0,-3 7 0,-1 7 0,-3 6 0,-1 6 0,1 11 0,3 11 0,1 12 0,1 5 0,2 4 0,3 4 0,-1 3 0,2 2 0,1 4 0,-1 2 0,0 4 0,-2 3 0,1 3 0,-3 6 0,0 3 0,-1 4 0,0 2 0,0 5 0,-3 4 0,-1-4 0,-2-3 0,2-9 0,-2-5 0,3-7 0,3-8 0,3-9 0,5-14 0,2-7 0,3-9 0,-6-7 0,4-3 0</inkml:trace>
  <inkml:trace contextRef="#ctx0" brushRef="#br0" timeOffset="364">764 51 9453,'8'21'0,"-2"1"0,-3-2 0,-1 4 0,0-1 0,1 1 0,4-1 0,-3-2 0,1 2 0,2 4 0,0 6 0,0 11 0,-1 5 0,2 3 0,-4 6 0,-1 3 0,-1 3 0,1 0 0,-2-8 0,3-5 0,0-7 0,2-7 0,2-9 0,2-10 0,0-12 0,1-10 0,3-7 0,2-8 0,0-8 0,3-9 0,-3-8 0,0-3 0,-1-2 0,3-7 0,-4 2 0,2 0 0,-1 0 0,-4-1 0,2-4 0,0 1 0,-1 1 0,-4 5 0,-4 10 0,-1 5 0,0 6 0,0 6 0,-3 11 0,4 14 0,2 10 0</inkml:trace>
  <inkml:trace contextRef="#ctx0" brushRef="#br0" timeOffset="681">1546 391 9453,'6'13'0,"0"-1"0,2-4 0,4-5 0,3-3 0,7-3 0,0-1 0,3-2 0,-4 3 0,-8 2 0,0 1 0,-8 1 0,4 2 0,-6 2 0,1 4 0</inkml:trace>
  <inkml:trace contextRef="#ctx0" brushRef="#br0" timeOffset="847">1574 566 9453,'5'18'0,"1"-3"0,0-3 0,2-6 0,9-4 0,-1-4 0,4-3 0,-3-4 0,0 0 0,1 4 0,-7 0 0,1 1 0,-4 3 0,0 1 0,-2 5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59:26.49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63 939 9453,'-4'18'0,"3"1"0,5-9 0,8-4 0,5-4 0,-2-2 0,0 0 0,3 0 0,2 0 0,1 1 0,3 1 0,2 1 0,0-1 0,3 3 0,2-2 0,1 0 0,1 1 0,4-3 0,-1 2 0,4-2 0,2-1 0,-4-3 0,2-1 0,-1 0 0,1 0 0,-3 0 0,1 4 0,-5 0 0,-1 0 0,0 2 0,-4 1 0,1 3 0,-2 2 0,-6-2 0,0 1 0,-4 1 0,-2 1 0,-3 2 0,0-5 0,-2 2 0,-5 5 0,-1 2 0</inkml:trace>
  <inkml:trace contextRef="#ctx0" brushRef="#br0" timeOffset="583">17 65 9453,'-8'13'0,"2"2"0,4-5 0,8-3 0,6-2 0,5-4 0,1 2 0,0-1 0,1 1 0,-1 2 0,1 4 0,-1 2 0,0 1 0,1 2 0,-2 5 0,0 0 0,-2 3 0,-4 2 0,0 6 0,-3 1 0,-5 2 0,1-2 0,-1 3 0,-2-1 0,-3 0 0,-3 2 0,-6-4 0,-1-2 0,-3 0 0,0-7 0,0-3 0,-1-6 0,-5-8 0,0-6 0,0-7 0,2-6 0,1-8 0,0-1 0,2-2 0,0 0 0,6 2 0,0-2 0,3 4 0,6-2 0,1 3 0,5 3 0,4 2 0,3 6 0,5-1 0,3-2 0,4 1 0,3-1 0,1-2 0,0 0 0</inkml:trace>
  <inkml:trace contextRef="#ctx0" brushRef="#br0" timeOffset="950">578 46 9453,'12'6'0,"-3"3"0,-3 4 0,1 5 0,-1 2 0,2 1 0,0 1 0,1 5 0,0 5 0,0 3 0,2 3 0,-1 1 0,0 0 0,-2 0 0,-2 0 0,1 0 0,-1 2 0,-2 1 0,3-7 0,-1-3 0,2-5 0,3-10 0,3-10 0,1-9 0,0-7 0,-4-10 0,0-4 0,1-4 0,0-2 0,-3-5 0,-2 1 0,-1 0 0,0-3 0,3 3 0,0 0 0,1-1 0,-1 1 0,0-2 0,0 2 0,0-2 0,1-1 0,0-1 0,1 1 0,1 3 0,-2 6 0,-4 9 0,0 8 0,3 5 0</inkml:trace>
  <inkml:trace contextRef="#ctx0" brushRef="#br0" timeOffset="1665">128 1188 9453,'-19'0'0,"1"0"0,10 0 0,8 0 0,5 4 0,10 2 0,-1 2 0,3 1 0,-3 0 0,-1 1 0,0 2 0,-3 1 0,1 1 0,1 3 0,2 0 0,-3 3 0,1 0 0,-1 2 0,3 5 0,-3 0 0,-2-1 0,-2 1 0,-5 2 0,1-5 0,-2 3 0,-2-4 0,-2 0 0,-4-3 0,-4 0 0,-4-3 0,-3-2 0,0 1 0,-1-5 0,1-4 0,0-3 0,-2-4 0,-1 0 0,-1-4 0,1-4 0,5-6 0,9-3 0,4-7 0,3 0 0,4-1 0,4 1 0,4 2 0,1 1 0,-2 5 0,3 0 0,0 0 0,1 0 0,3 0 0,-2 4 0,-1 2 0,1 1 0,2 0 0,0 2 0,1 1 0,-5 4 0,3-2 0,-2 4 0</inkml:trace>
  <inkml:trace contextRef="#ctx0" brushRef="#br0" timeOffset="2032">486 1372 9453,'-9'5'0,"6"-2"0,6-6 0,2 1 0,9-3 0,-2-1 0,0 1 0,1 2 0,0-2 0,2 1 0,-1 1 0,2 3 0,0 0 0,0 1 0,0 2 0,-4 3 0,-2 2 0,0 3 0,-2 1 0,-1 3 0,-1 3 0,-1 3 0,2 2 0,-1 0 0,2 3 0,0-3 0,2 2 0,1 0 0,1 2 0,2-1 0,-3 0 0,2-2 0,2-2 0,-3-4 0,2-3 0,-1-2 0,-1-2 0,2-5 0,1-3 0,3-1 0,-4-4 0,-2-1 0,-1-3 0,2-6 0,1-2 0</inkml:trace>
  <inkml:trace contextRef="#ctx0" brushRef="#br0" timeOffset="2248">901 1362 9453,'-20'15'0,"4"-3"0,2-1 0,2 1 0,0-1 0,3 2 0,0-1 0,-1 1 0,1 4 0,0 0 0,-1 5 0,-3 1 0,2 3 0,-4 5 0,-3 2 0,-2 3 0,1 1 0,-3 0 0,3-2 0,0-1 0,5-2 0,3-4 0,4-1 0,2-3 0,5-2 0</inkml:trace>
  <inkml:trace contextRef="#ctx0" brushRef="#br0" timeOffset="3217">1508 976 9453,'-1'17'0,"-2"-1"0,1-3 0,-4-4 0,-4-3 0,-2 0 0,0 1 0,3 2 0,4 4 0,2 3 0,2 5 0,1-4 0,1 4 0,2-1 0,3 0 0,5-4 0,2-2 0,2-1 0,-3-1 0,4-5 0,3-2 0,1-1 0,2-4 0,-4-5 0,0-3 0,1-5 0,-1-7 0,-1-2 0,-4-2 0,-4-1 0,-6-2 0,0-1 0,-2 2 0,-1 1 0,-5 3 0,-3 3 0,-4 1 0,-3-1 0,0 2 0,-3 3 0,-1 4 0,1 2 0,2 6 0,1-1 0,4 15 0,-2 3 0</inkml:trace>
  <inkml:trace contextRef="#ctx0" brushRef="#br0" timeOffset="4148">2318 921 9453,'-9'-10'0,"-2"5"0,0 1 0,-1 0 0,-5 2 0,2-4 0,-5 1 0,-2-1 0,2 3 0,4 6 0,4 4 0,2 4 0,1 8 0,1 5 0,0 3 0,2 0 0,1 5 0,-1 1 0,3 0 0,2 1 0,1-1 0,1 1 0,2-4 0,3-1 0,3-3 0,4-5 0,2-6 0,2-3 0,2-8 0,-1-4 0,1-7 0,-1-8 0,0-5 0,1-12 0,0-6 0,3-7 0,-6-6 0,1-6 0,-2-2 0,-4-2 0,0-3 0,-1-4 0,0 3 0,-5 2 0,0 7 0,-2 6 0,-1 2 0,-1 3 0,-1 10 0,0 5 0,0 6 0,0 1 0,0 10 0,0 7 0,0 20 0,1 15 0,2 2 0,-2 3 0,3 8 0,-1 5 0,0 3 0,0-1 0,-3 3 0,0 2 0,0 3 0,0 3 0,-1 1 0,-1-4 0,-1-4 0,0-2 0,3-9 0,1-5 0,2-9 0,2-8 0,6-4 0,1-4 0,2-2 0,5-1 0</inkml:trace>
  <inkml:trace contextRef="#ctx0" brushRef="#br0" timeOffset="4514">2704 921 9453,'14'-6'0,"1"-1"0,-2 4 0,-1-3 0,4 0 0,2-3 0,0 3 0,1 1 0,-3 1 0,-1 1 0,0 7 0,-3 2 0,-1 2 0,-5 5 0,-1 2 0,-1 3 0,-2 0 0,2 5 0,0 2 0,0 4 0,0 2 0,0 3 0,-2 0 0,3 2 0,0 1 0,1-5 0,3-2 0,0-3 0,0-3 0,5-6 0,2-1 0,4-3 0,1-7 0,2-5 0,0-5 0,-6-7 0,-4 1 0,-3-1 0,-1-5 0,0 1 0</inkml:trace>
  <inkml:trace contextRef="#ctx0" brushRef="#br0" timeOffset="4749">3146 838 9453,'-14'9'0,"0"1"0,1 3 0,3 1 0,-3 4 0,0 1 0,1-1 0,0 2 0,2 1 0,-2 4 0,0 1 0,-3 3 0,1 1 0,0 4 0,-2 2 0,-2-2 0,1-2 0,2 0 0,2-2 0,3-6 0,1-2 0,8-7 0,10-6 0,11-5 0</inkml:trace>
  <inkml:trace contextRef="#ctx0" brushRef="#br0" timeOffset="4951">3247 1151 9453,'19'0'0,"0"0"0,3 0 0,-3 0 0,2-1 0,0-2 0,0-3 0,3-3 0,2 0 0,0 0 0,-1 0 0,-4 3 0,4 0 0,0 2 0,-6 2 0,-4 5 0,-4 7 0,-2 4 0</inkml:trace>
  <inkml:trace contextRef="#ctx0" brushRef="#br0" timeOffset="5183">3496 1022 9453,'-3'15'0,"-1"0"0,-2-2 0,3-1 0,-2-2 0,1 3 0,-2-1 0,3 6 0,1 2 0,4 5 0,2 0 0,1 0 0,0 2 0,2 1 0,-1-1 0,-2 1 0,3-4 0,-1 0 0,2-3 0,1-3 0,2-1 0,1-6 0,3-2 0,-1-4 0,2-6 0,-1-2 0,-1-4 0,8-1 0,-3-1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59:33.24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19 9453,'4'14'0,"-1"-1"0,7-4 0,-2-3 0,7-3 0,1-2 0,1-2 0,-1-1 0,-1-2 0,2-2 0,3 4 0,2-2 0,-1 1 0,2 0 0,-4 0 0,4 3 0,-2 0 0,1 0 0,0 0 0,0 0 0,0 0 0,3 0 0,-11-5 0,-8-4 0,-8 4 0,-3-8 0,-4 8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59:33.46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19 0 9453,'-6'12'0,"0"-3"0,4 2 0,-1 4 0,2 4 0,1 1 0,0 2 0,0 3 0,1 0 0,1 1 0,1 2 0,1 3 0,-2-1 0,1 0 0,-1-1 0,-1-3 0,0-1 0,1-4 0,1-1 0,1-6 0,-1-2 0,3-6 0,3 3 0,0-4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59:40.63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147 764 9984,'4'15'0,"2"-2"0,4-5 0,2-2 0,2-2 0,5-3 0,-1 1 0,1 1 0,3 0 0,3-3 0,1-1 0,2-2 0,0 2 0,2-2 0,2 1 0,0-1 0,-1 2 0,4-2 0,1 2 0,-1 1 0,4 1 0,-5 1 0,1 2 0,-1 1 0,1 0 0,-2 3 0,0-2 0,-3 1 0,-4-3 0,-1 0 0,-1-1 0,0 0 0,-6 1 0,-5-2 0,1 1 0,-4 0 0,-1-3 0,-12 0 0,0 5 0,-14 0 0</inkml:trace>
  <inkml:trace contextRef="#ctx0" brushRef="#br0" timeOffset="646">0 0 9984,'1'12'0,"2"-3"0,-1-5 0,4 2 0,1 1 0,6 1 0,1 2 0,1-1 0,1 0 0,-2 3 0,2 1 0,0-1 0,0 1 0,-2 1 0,1 5 0,-1-1 0,0 1 0,-2 2 0,-1 2 0,-3 0 0,-2 3 0,-1 0 0,1 2 0,-2 0 0,-3-1 0,-2-2 0,-3-2 0,-2 0 0,-2-3 0,-2-4 0,-1-4 0,-4-2 0,-2-1 0,4-4 0,-6-2 0,2-2 0,-1-1 0,0-4 0,1-2 0,1-2 0,4-1 0,3-4 0,3-3 0,3-1 0,2 1 0,2 2 0,2 1 0,3 2 0,2-1 0,1 0 0,1-2 0,3-1 0,-3-2 0,2 2 0,-2-2 0,0 2 0,3-2 0,-3 2 0,4-3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59:43.28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57 8711,'5'-5'-7,"3"5"0,-7 6 1,3 6 3,0 0 1,-2 0 0,4-1 1,2 5 1,-3-1-1,1 6 1,1 0 0,1 0 0,-2 6 0,0 6 0,2 3 0,0 4 0,-2 1 0,0 2 0,0 1 0,-1 1 0,3-3 0,-1-3 0,2-6 0,3-9 0,-2-5 0,4-11 0,-1-2 0,3-11 0,3-10 0,-4-9 0,-1-6 0,-4-3 0,3-6 0,-3-2 0,-1-1 0,0 2 0,1-2 0,-1 0 0,0 0 0,0 4 0,0 1 0,0 3 0,-3 2 0,2 2 0,-3 2 0,0 0 0,3 9 0,-3 1 0,5 9 0</inkml:trace>
  <inkml:trace contextRef="#ctx0" brushRef="#br0" timeOffset="214">608 287 8615,'0'-10'0,"8"2"0,5 8 0,4 0 0,4 0 0,1 4 0,-1 2 0,1 2 0,-8 2 0</inkml:trace>
  <inkml:trace contextRef="#ctx0" brushRef="#br0" timeOffset="381">626 416 8615,'-9'16'0,"0"0"0,0 0 0,0-3 0,12-4 0,6-6 0,6-2 0,4-1 0,-1 0 0,0 0 0,1 0 0,-1 0 0,1 0 0,3 4 0,2 1 0</inkml:trace>
  <inkml:trace contextRef="#ctx0" brushRef="#br0" timeOffset="1147">1188 30 8615,'6'9'0,"0"0"0,0 6 0,3 3 0,1 1 0,-1 5 0,1 5 0,2 7 0,3 5 0,-1 5 0,2 7 0,-3 1 0,-2 3 0,-1-3 0,-4 2 0,-1-7 0,0-5 0,1-4 0,-3-8 0,2-5 0,0-5 0,0-6 0,1-8 0,4-9 0,3-7 0,-2-9 0,4-9 0,1-3 0,-2-5 0,3-6 0,-1-5 0,1-4 0,1-3 0,0 0 0,-2 6 0,-2 0 0,0 0 0,1-3 0,-3 3 0,0 5 0,-2 2 0,-2 6 0,-1 2 0,-1 3 0,0 4 0,4 18 0,-1 8 0</inkml:trace>
  <inkml:trace contextRef="#ctx0" brushRef="#br0" timeOffset="1481">2191 214 8615,'-9'-5'0,"-4"0"0,1 1 0,-5 3 0,-2-2 0,2 6 0,-2 5 0,3 3 0,3 4 0,0 4 0,1 2 0,0 5 0,1 3 0,1 4 0,0 5 0,2 2 0,2 3 0,2-2 0,4-2 0,0-1 0,0-1 0,4-5 0,3-5 0,4-5 0,1-6 0,4-4 0,1-5 0,2-4 0,2-2 0,1-2 0,-4-2 0,1-4 0,3-5 0,2-2 0</inkml:trace>
  <inkml:trace contextRef="#ctx0" brushRef="#br0" timeOffset="1797">2311 315 8615,'10'5'0,"2"-2"0,-1-2 0,5-1 0,2 1 0,4 2 0,1 3 0,-5 6 0,-3 0 0,-5 1 0,-4-1 0,-3 4 0,-2 1 0,2 3 0,0 0 0,-1 2 0,-1-2 0,-1 2 0,0 1 0,0 0 0,0-5 0,1-1 0,2-2 0,4-7 0,5-5 0,1-6 0,3-3 0,1-3 0,-3 0 0</inkml:trace>
  <inkml:trace contextRef="#ctx0" brushRef="#br0" timeOffset="2014">2568 223 8615,'-9'13'0,"0"3"0,-3-2 0,-2 0 0,1 1 0,0-1 0,-3 1 0,3 5 0,0 0 0,-1 2 0,1 2 0,2-1 0,0-1 0,2 1 0,1 2 0,5 0 0,0-3 0,7 1 0,1-5 0</inkml:trace>
  <inkml:trace contextRef="#ctx0" brushRef="#br0" timeOffset="2219">2761 471 8615,'5'16'0,"0"-1"0,0 1 0,2 2 0,-4 0 0,-1 1 0,-1-1 0,-1 4 0,0 1 0,-1 3 0,-2 2 0,-2 2 0,-4-3 0,-3 1 0,-3 0 0,-1 1 0,-9 0 0,-1-3 0,-4-3 0,-3-2 0,-4-6 0,1-3 0,3-2 0,1 0 0</inkml:trace>
  <inkml:trace contextRef="#ctx0" brushRef="#br0" timeOffset="2700">2946 260 8615,'15'-6'0,"0"-1"0,-2 4 0,4-3 0,-1-1 0,1 2 0,-6-1 0,2 0 0,1 1 0,2-4 0,2 4 0,1 0 0,-4 1 0,0 4 0,-1 5 0,-1 5 0,-4 8 0,-6 4 0,0 6 0,-2 0 0,-1-1 0,0 5 0,0 2 0,0 1 0,0 2 0,0-1 0,1-2 0,1-4 0,1-1 0,4-3 0,0-5 0,1-6 0,9-7 0,3-6 0,-1-4 0,1-7 0,-7-3 0,-2 0 0,-1-1 0,-1 1 0,1-3 0,-5 0 0,-1-4 0</inkml:trace>
  <inkml:trace contextRef="#ctx0" brushRef="#br0" timeOffset="2863">3166 425 8615,'-9'11'0,"0"1"0,0 2 0,-1 6 0,-2 1 0,0 4 0,-4 2 0,1 4 0,0 3 0,0 1 0,0-2 0,-1-3 0,2-5 0,0-3 0,6-11 0,12-7 0,7-9 0</inkml:trace>
  <inkml:trace contextRef="#ctx0" brushRef="#br0" timeOffset="3099">3488 122 8615,'19'0'0,"2"0"0,2 0 0,0 0 0,-5 4 0,-1 2 0,-2 3 0,0 3 0,-1 3 0,1 4 0,-1 3 0,-1 2 0,-3 7 0,1 3 0,-3 2 0,-5 4 0,-2-1 0,-3 5 0,-4 2 0,-7 2 0,-4 0 0,-4-6 0,-1-5 0,-2-5 0,3-8 0,-4-2 0,5-3 0,-3-1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59:47.89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8615,'11'4'0,"-2"4"0,-4 7 0,1 0 0,-2 8 0,1-1 0,2 3 0,1 5 0,1 3 0,-2 1 0,-1 0 0,0 2 0,3 4 0,0-1 0,1-1 0,-1-2 0,0-3 0,0-2 0,0-6 0,2-6 0,1-6 0,2-4 0,5-9 0,-1-1 0,0-3 0,1-1 0,-1-5 0,1-3 0,-1-6 0,1-4 0,-2-9 0,-2-4 0,-2-2 0,-3-6 0,-1 2 0,0-1 0,0 0 0,0 5 0,-3 2 0,-2 8 0,0 5 0,-3 4 0,3 10 0,-4 9 0,-4 9 0,-1 9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2:59:48.51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9 8615,'21'11'0,"-3"0"0,-1 1 0,1-1 0,1 4 0,3 0 0,1 2 0,1 2 0,2 3 0,-2 4 0,-1 2 0,-1 3 0,-7 1 0,-3-1 0,-2 3 0,-4 5 0,-2-4 0,-6 1 0,-3-4 0,-5-2 0,-6-2 0,-1-5 0,-5-4 0,-1-6 0,-1-4 0,-1-3 0,0-3 0,-1-2 0,4-5 0,1-3 0,2-4 0,4-5 0,1-1 0,6-1 0,2-1 0,2-2 0,4-1 0,1 2 0,2 0 0,2 2 0,5 0 0,2-1 0,0 1 0,4 1 0,0 1 0,1 0 0,2 2 0,2 0 0,0 2 0,1 1 0,0 0 0,2 2 0,4 0 0</inkml:trace>
  <inkml:trace contextRef="#ctx0" brushRef="#br0" timeOffset="386">552 37 8615,'19'0'0,"-4"0"0,0 0 0,2 0 0,0-1 0,2-1 0,2-2 0,0-1 0,4 0 0,-3-3 0,1 3 0,-1 1 0,3 1 0,-4 3 0,0 0 0,0 5 0,-2 3 0,-5 5 0,-3 1 0,-2 1 0,-2 5 0,-2 1 0,-1 4 0,-1 1 0,-3 2 0,0 0 0,0-1 0,0 4 0,0 0 0,1-2 0,2 0 0,-1-3 0,5-1 0,2-4 0,3-1 0,1-5 0,-1-1 0,3-3 0,-1-3 0,3-2 0,-1 0 0,1-3 0,-2-2 0,1-1 0,-1-8 0,3-2 0,1-9 0</inkml:trace>
  <inkml:trace contextRef="#ctx0" brushRef="#br0" timeOffset="617">920 184 8615,'-9'13'0,"0"3"0,0 1 0,0 2 0,-1-1 0,1 0 0,0 1 0,0 3 0,0 3 0,-2 0 0,-1 0 0,1 2 0,-5-3 0,0 3 0,-1 0 0,1 0 0,2-2 0,1-1 0,1-2 0,6 0 0,3-3 0,2 3 0,1-9 0,0 2 0,-4-1 0,-1 4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15.61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258 475 8736,'9'-9'0,"-3"2"0,0 1 0,-3 0 0,3-3 0,-4 0 0,3-1 0,-5-3 0,-1 3 0,-3-2 0,-4 2 0,-5 1 0,0 2 0,-1 1 0,1 4 0,1-1 0,-3 2 0,-6 1 0,0 1 0,0 3 0,2 5 0,0 5 0,1 5 0,1 3 0,1 6 0,2 1 0,4 3 0,-1 1 0,3 0 0,5 3 0,0 1 0,2-3 0,1-4 0,4-1 0,3-8 0,4-2 0,1-2 0,4-5 0,0-6 0,1-3 0,6-3 0,0-4 0,-4-5 0,0-5 0,-2-11 0,1-5 0,-2-4 0,-1-7 0,-4-3 0,2-3 0,-3-2 0,-1-3 0,0-3 0,0 1 0,-2 1 0,-1 1 0,-3 4 0,2 0 0,-1 5 0,-2 6 0,2 5 0,-1 8 0,0 8 0,-3 13 0,0 12 0,0 13 0,0 2 0,0 0 0,0 5 0,0 1 0,0 4 0,0 5 0,0 2 0,0 0 0,0 0 0,3 0 0,1-2 0,-1 4 0,1 2 0,-2-4 0,4-3 0,1-4 0,1-2 0,1-4 0,1-5 0,-1-5 0,1-7 0,2-1 0,-1-6 0,1-7 0,-2-7 0,-1-4 0</inkml:trace>
  <inkml:trace contextRef="#ctx0" brushRef="#br0" timeOffset="333">626 291 8736,'5'-19'0,"0"-1"0,-2 0 0,3 3 0,0 4 0,4-3 0,5 5 0,10-1 0,0 6 0,1 4 0,-2 4 0,-7 0 0,-1 4 0,-3 1 0,-1 1 0,1 5 0,-4 1 0,0 3 0,0 1 0,0 5 0,-3 0 0,1-1 0,-3 0 0,0 1 0,0 1 0,0 3 0,-2 0 0,1 4 0,-1 1 0,-1 5 0,-1 2 0,0-3 0,0-5 0,4-2 0,2-1 0,0-3 0,0-3 0,3-5 0,4-8 0,2 0 0,3-3 0,4-3 0,-2-3 0,-1-3 0,0-3 0,-1-3 0,1 0 0,-1-4 0,0-2 0</inkml:trace>
  <inkml:trace contextRef="#ctx0" brushRef="#br0" timeOffset="565">1003 410 8741,'-17'1'0,"1"2"0,3-1 0,4 5 0,0 0 0,0 1 0,-4 2 0,1 2 0,0 4 0,-2 1 0,0 3 0,-5 2 0,-2 6 0,0 4 0,-5 4 0,3 1 0,-1 0 0,3 0 0,2-5 0,4-2 0,4-4 0,4-5 0,2-2 0,5-4 0,0-2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19.82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8739,'5'24'0,"-2"0"0,-2-2 0,-1-3 0,0-3 0,0 3 0,0 0 0,0 2 0,1-1 0,2-2 0,1 1 0,3 3 0,-1 3 0,2 5 0,-3 3 0,0 4 0,-1-1 0,-2 1 0,-1 1 0,-1-3 0,0-5 0,-1-9 0,-2-3 0,2-10 0,-2-15 0,2-10 0,2-9 0,2-5 0,3-6 0,2-5 0,2-3 0,2-2 0,1 0 0,1 1 0,-3 2 0,2 7 0,-3 1 0,-1 3 0,3 3 0,1 9 0,-2 5 0,-1 14 0,0 9 0,2 11 0,0 8 0,-3 4 0,-3 6 0,1 3 0,2 1 0,-1 3 0,-1 3 0,-2 0 0,-1 0 0,2-3 0,-3 0 0,-1-1 0,-1-3 0,-1-3 0,0-8 0,1-15 0,3-11 0,2-14 0,2-11 0,1-8 0,0-3 0,0-5 0,1-3 0,-1-4 0,0 0 0,0 0 0,0 4 0,1 3 0,-1 4 0,0 5 0,0 6 0,0 6 0,4 10 0,-1 11 0,-1 9 0,-1 7 0,0 6 0,-1 6 0,0 2 0,0 6 0,-1 3 0,0 1 0,-2 1 0,0 0 0,2-6 0,-1 0 0,-1-3 0,-3-5 0,3-2 0,-2-6 0,7-7 0,-1-1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20.45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1 156 8739,'13'2'0,"-3"3"0,-2 4 0,-5 10 0,2 0 0,0 4 0,0 6 0,-2 4 0,3 7 0,0 4 0,-1 4 0,4 6 0,-3 4 0,2-2 0,1-2 0,-1-5 0,1-7 0,-2-7 0,0-6 0,4-7 0,-2-10 0,7-9 0,2-12 0,-4-6 0,-1-10 0,-2-8 0,2-8 0,0-9 0,1-6 0,1-5 0,-2-4 0,1-2 0,-1-4 0,2 0 0,-2 4 0,-2 7 0,-1 5 0,-1 15 0,0 10 0,1 9 0,-4 17 0,0 14 0,0 10 0,-1 9-848,3 12 0,-7 1 0,3 9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20.66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56 8739,'0'18'0,"5"-4"0,4-6 0,5-7 0,4-6 0,3-7 0,2 0 0,0 1 0,2-2 0,2 0 0,1 3 0,0 3 0,-4 0 0,1 4 0,-5 0 0,3 3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22.69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-216 654 9832,'0'23'0,"-3"0"0,-1-4 0,0 1 0,0 2 0,-2 7 0,3-1 0,1 3 0,1 1 0,1 4 0,0-1 0,0-1 0,0-1 0,0 1 0,0 0 0,0 1 0,0-1 0,4 0 0,3-3 0,3-2 0,3-4 0,3 0 0,-1-7 0,3-5 0,0-4 0,-1-6 0,0-6 0,-2-5 0,2-3 0,-1-4 0,-1-7 0,-2-3 0,-3-5 0,-1-3 0,0-3 0,0-1 0</inkml:trace>
  <inkml:trace contextRef="#ctx0" brushRef="#br0" timeOffset="1037">893 541 9832,'-27'0'0,"2"0"0,0 0 0,5-4 0,-2-1 0,3 0 0,0-2 0,1 2 0,-1 1 0,-3 0 0,3 1 0,-3 4 0,4 2 0,2 3 0,0 11 0,3 5 0,-1 7 0,1 5 0,1 7 0,4 5 0,2 5 0,-2 2 0,5 0 0,2-3 0,3-3 0,8-7 0,5-10 0,2-5 0,2-4 0,-1-5 0,4-7 0,-1-7 0,0-4 0,2-7 0,2-8 0,0-7 0,0-7 0,0-5 0,-3-8 0,-2-9 0,0-10 0,-2-6 0,-4-1 0,-1-1 0,-3-4 0,-2 1 0,-2-3 0,-3 3 0,-2 6 0,-1 7 0,0 17 0,0 4 0,0 7 0,0 3 0,0 6 0,-3 13 0,0 14 0,1 14 0,1 11 0,1 7 0,0 4 0,0 6 0,0 5 0,0 2 0,0 5 0,0 7 0,0 2 0,0 7 0,0 1 0,0 1 0,3 3 0,1-3 0,1-2 0,1-10 0,5-13 0,1-13 0,3-13 0,3-10 0,0-8 0,0-3 0,0-7 0,-3-5 0,-2 0 0,-3-4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24.49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29 9832,'0'19'0,"0"-1"0,0 0 0,0-2 0,0-1 0,0 1 0,4 6 0,2 2 0,1 3 0,0 1 0,1 4 0,-2 5 0,2 5 0,1 3 0,1 2 0,-1 0 0,0-1 0,0-4 0,0-5 0,1-6 0,-1-7 0,1-10 0,1-8 0,1-12 0,0-7 0,-1-12 0,0-6 0,0-5 0,-2-4 0,0-5 0,-3-5 0,2-1 0,-2 0 0,-1-1 0,-1 4 0,0 3 0,0 2 0,-3 4 0,2 1 0,-2 6 0,0 10 0,2 10 0,2 10 0,4 3 0</inkml:trace>
  <inkml:trace contextRef="#ctx0" brushRef="#br0" timeOffset="234">479 425 9832,'5'18'0,"0"0"0,-2-3 0,6-6 0,6-6 0,3-3 0,0-3 0,4-5 0,0-4 0,1-1 0,-1 0 0,3 3 0,-3-3 0,1 0 0,-1 1 0,0 0 0,-4 3 0</inkml:trace>
  <inkml:trace contextRef="#ctx0" brushRef="#br0" timeOffset="467">672 250 9832,'-4'24'0,"2"-3"0,-4-6 0,-2-1 0,0-1 0,0-5 0,1 3 0,1 1 0,4 1 0,-1 1 0,2 5 0,4 5 0,0 2 0,-1 3 0,0 4 0,0 4 0,1 1 0,-1 1 0,-1 0 0,3 5 0,2-3 0,2-2 0,2-5 0,3-8 0,2-7 0,4-6 0,2-7 0,0-6 0,2-6 0,1-8 0,-1-9 0,-6-1 0,8-8 0,-5 5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39.74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0 111 8932,'0'12'0,"0"0"0,0-4 0,8 0 0,5-7 0,3-3 0,2-4 0,1 2 0,-1-1 0,1 3 0,-1-2 0,1 1 0,-1 0 0,0 0 0,1 3 0,-1 0 0,1 0 0,3 0 0,3 0 0,-6 4 0,-1 2 0,-9-2 0,3 0 0,-7-4 0</inkml:trace>
  <inkml:trace contextRef="#ctx0" brushRef="#br0" timeOffset="231">157 0 8932,'-10'0'0,"-3"0"0,12 8 0,-2 5 0,2 3 0,1 2 0,1 2 0,2 1 0,-2 6 0,2 5 0,-2-1 0,-1 1 0,1 1 0,1-5 0,1-2 0,0-3 0,2-5 0,0-1 0,4-3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42.59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185 846 8932,'4'14'0,"-2"1"0,4-3 0,-2-3 0,4 1 0,4-4 0,1-2 0,2 0 0,4-5 0,0-2 0,3 0 0,4-4 0,6 2 0,1-1 0,1 0 0,3 3 0,3-2 0,3 1 0,2 2 0,2 1 0,0 2 0,0 1 0,-2 1 0,0 3 0,-1-3 0,-6 0 0,-4 1 0,-5-3 0,-3 1 0,-2-4 0,-7-3 0,-2-4 0,-12 0 0,-12 3 0,-10 2 0</inkml:trace>
  <inkml:trace contextRef="#ctx0" brushRef="#br0" timeOffset="599">28 18 8932,'10'-10'0,"-3"5"0,2 2 0,-2 6 0,6 4 0,1 1 0,-3 1 0,3 0 0,1 1 0,-1 3 0,-2-2 0,4 4 0,-1 2 0,-1 0 0,1 2 0,-4 3 0,1 2 0,-1 3 0,-2 5 0,-2 1 0,-4 3 0,-3 4 0,-3 1 0,-5 1 0,-2 1 0,-2-1 0,-4-5 0,0-7 0,-1-2 0,-2-4 0,-2-2 0,0-8 0,0-5 0,2-5 0,0-9 0,1-6 0,0-7 0,3-5 0,6-1 0,6-3 0,2 2 0,1 0 0,4 1 0,2 0 0,3 3 0,4 5 0,1-1 0,4 1 0,1 0 0,-1 1 0,4-2 0,0 4 0,2-1 0,0 2 0,3 1 0,-3 4 0,3 3 0,-4 4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46.37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27 8932,'0'-10'0,"0"-3"0,0 12 0,4-2 0,2 6 0,-1 2 0,0 6 0,0 0 0,0 1 0,-2 3 0,2 0 0,0 1 0,-3 4 0,3 7 0,0 2 0,1 3 0,0 6 0,0 3 0,3 6 0,1 2 0,-1-3 0,0 0 0,0-6 0,0-5 0,1-3 0,-1-7 0,0-3 0,1-6 0,3-10 0,-3-6 0,2-7 0,-2-4 0,-1-5 0,1-5 0,0-4 0,1-2 0,1-4 0,2-3 0,-3-4 0,2-4 0,2-3 0,-3 1 0,2-4 0,-1 3 0,-1 3 0,-2 1 0,-2 3 0,-2 7 0,-2 8 0,0 5 0,-3 9 0,-1 6 0,-5 7 0,-1 5 0,0 6 0,0 6 0,-3 3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47.00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38 9 8932,'17'-5'0,"-5"1"0,7 4 0,-2 1 0,0 2 0,3 6 0,0 4 0,2 2 0,-2 5 0,-1 2 0,-4 6 0,-3 1 0,-2 5 0,-1 1 0,-3 7 0,-3-1 0,-3 2 0,-3-3 0,-4-2 0,-5-1 0,-3-3 0,-2-6 0,-3-8 0,0-4 0,-2-3 0,-2-4 0,2-3 0,2-4 0,0-4 0,3-4 0,1-5 0,0-2 0,8-2 0,0 2 0,3-2 0,2-3 0,4-4 0,2 2 0,4 0 0,4-2 0,1-1 0,4-5 0,3 0 0,5 1 0,-1-1 0,2 1 0,4-1 0,3 0 0</inkml:trace>
  <inkml:trace contextRef="#ctx0" brushRef="#br0" timeOffset="336">461 92 8932,'-9'-14'0,"4"3"0,2 2 0,4 4 0,5-4 0,7 3 0,8 0 0,0 3 0,-2 2 0,0 1 0,-1 0 0,2 0 0,1 0 0,-2 7 0,2 2 0,-4 3 0,-2 1 0,-2 2 0,-1 6 0,-3 1 0,1 2 0,-1 1 0,-1 3 0,-2 2 0,-2 3 0,0 0 0,-3 2 0,3-5 0,1 0 0,1-1 0,-1-6 0,2-2 0,3-5 0,-1-3 0,5-5 0,-1-1 0,2-4 0,6-2 0,0-1 0,0-1 0,-2-2 0,-4-3 0,1-2 0,0 2 0,-3-6 0,1 2 0</inkml:trace>
  <inkml:trace contextRef="#ctx0" brushRef="#br0" timeOffset="567">875 37 8932,'-20'9'0,"1"1"0,3-1 0,-3-1 0,2-1 0,2-1 0,-2 0 0,5 4 0,1-1 0,1 0 0,-3 4 0,0 4 0,-1 3 0,-3 8 0,-4 6 0,-3 4 0,0 3 0,-1 1 0,1 0 0,-3 1 0,3-3 0,5-6 0,8-5 0,4-3 0,3-8 0,16-9 0,3-5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49.62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139 468 8932,'-16'-3'0,"1"0"0,0 1 0,-4 5 0,2 3 0,1 5 0,4 2 0,3 0 0,2 0 0,1 6 0,4-1 0,-1 4 0,2-3 0,1-1 0,1 1 0,2 0 0,3 2 0,2 0 0,4 2 0,2-3 0,0 1 0,2-4 0,-1 0 0,0-4 0,1-3 0,2-3 0,-3-3 0,-1-6 0,1-5 0,-1-8 0,-3-8 0,0-8 0,-2-2 0,-3-3 0,-4-1 0,1 1 0,-2 2 0,-1 4 0,-4 3 0,-1 5 0,-3 4 0,-1 4 0,1 6 0,-6 6 0,0 4 0,3 5 0,5 8 0,-2 5 0,3 7 0</inkml:trace>
  <inkml:trace contextRef="#ctx0" brushRef="#br0" timeOffset="749">691 514 8932,'9'-14'0,"-1"-4"0,-2 3 0,1 4 0,-3-1 0,-2 3 0,-6-3 0,-2 3 0,-6 3 0,-2 2 0,-5 5 0,1 2 0,4 3 0,0 5 0,1 3 0,-2 0 0,1 5 0,2 6 0,2 1 0,1 2 0,1 4 0,0 1 0,3 3 0,1 1 0,2 3 0,5 0 0,3-1 0,3-2 0,4-5 0,2-5 0,3-8 0,0-5 0,0-5 0,1-4 0,-1-5 0,2-9 0,0-12 0,2-8 0,-2-6 0,2-11 0,0-1 0,-2-3 0,-1-4 0,-4 0 0,2-5 0,-2-2 0,-2-2 0,-4 2 0,-1 3 0,-4 5 0,-2 5 0,-1 4 0,-1 8 0,-1 6 0,-2 4 0,-2 1 0,-1 3 0,2 9 0,4 7 0,1 12 0,2 6 0,-1 6 0,4 2 0,1 4 0,-2 2 0,0 1 0,-3 7 0,1 1 0,-1 4 0,-1 3 0,-1 5 0,-1 2 0,-2 3 0,-2 4 0,-4 1 0,-1 1 0,1-2 0,1-6 0,2-6 0,3-5 0,4-1 0,4-9 0,4-6 0,7-4 0,-2-10 0</inkml:trace>
  <inkml:trace contextRef="#ctx0" brushRef="#br0" timeOffset="1052">1068 496 8932,'6'-11'0,"0"1"0,-4 3 0,11-1 0,0 2 0,6 3 0,1 2 0,0 2 0,-1 1 0,-1 1 0,-5 4 0,5-1 0,-3 3 0,-1 4 0,-2-2 0,0 3 0,-3 1 0,-3-1 0,2 2 0,-2 5 0,0 1 0,0 2 0,-4 1 0,2 5 0,0 1 0,-2 2 0,3-1 0,0 0 0,0-1 0,3-1 0,0-5 0,1-5 0,0-3 0,0-1 0,3-9 0,3-1 0,-4-5 0,5-4 0,-5-3 0,-2-2 0,0-6 0,0 0 0</inkml:trace>
  <inkml:trace contextRef="#ctx0" brushRef="#br0" timeOffset="1266">1464 395 8932,'-1'25'0,"-2"-3"0,-3-6 0,-3-2 0,0-3 0,0 4 0,0-1 0,0 0 0,-4 2 0,0 2 0,-1 2 0,-3 1 0,0 3 0,-1 3 0,-1 1 0,1-1 0,0 1 0,3-1 0,3-3 0,6 3 0,10-8 0,6 4 0</inkml:trace>
  <inkml:trace contextRef="#ctx0" brushRef="#br0" timeOffset="1449">1547 661 8932,'10'9'0,"2"-3"0,-1-2 0,5-4 0,0 0 0,-1-1 0,3-1 0,1-2 0,2-1 0,1-3 0,-1 1 0,2 1 0,0 2 0,-3 0 0,-1 3 0,0-3 0</inkml:trace>
  <inkml:trace contextRef="#ctx0" brushRef="#br0" timeOffset="1666">1804 505 8932,'-11'6'0,"2"0"0,1 1 0,0 6 0,1 2 0,1 2 0,4-1 0,-1 0 0,3 4 0,3 3 0,-1 4 0,3 1 0,0 2 0,1 1 0,0-1 0,2-2 0,-1-2 0,-1-1 0,0-6 0,3-4 0,1-2 0,7-5 0,-2 0 0,8-3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0:56.75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55 47 8932,'0'-14'0,"8"3"0,2 6 0,3 1 0,-1 1 0,5 2 0,2-2 0,0 2 0,2-2 0,-1 2 0,-2 1 0,0 4 0,1 1 0,-2 1 0,-2 0 0,3-1 0,-4 3 0,1-2 0,1 1 0,-4-2 0,3 1 0,-2-1 0,2 1 0,-8 3 0,1-4 0,-8 4 0</inkml:trace>
  <inkml:trace contextRef="#ctx0" brushRef="#br0" timeOffset="384">0 277 8932,'4'14'0,"-2"0"0,5-5 0,0-4 0,6-2 0,5-2 0,-2-2 0,2-1 0,0-1 0,-1 1 0,4-2 0,2 1 0,0 1 0,3 1 0,-4 2 0,1 1 0,-2 2 0,1 1 0,3 1 0,-1 3 0,-1 0 0,0-4 0,-5-1 0,1-3 0,-5-1 0,-7-3 0,-10-1 0,-3 1 0,-8 4 0,0 2 0,-2 7 0,2 4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1:28.75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19 8932,'7'-9'0,"2"3"0,0 2 0,6 5 0,1 2 0,3-1 0,1 3 0,2 0 0,-1-2 0,-2-2 0,-1 1 0,0 1 0,1 0 0,-1-3 0,1 0 0,-8-1 0,-2-2 0,-2 2 0,2-3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1:29.45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27 73 8932,'-5'-5'0,"-8"-3"0,7 7 0,3-7 0,12 5 0,7 0 0,9 3 0,1 0 0,2 0 0,-2 1 0,4 2 0,3 3 0,3 0 0,2 0 0,1 1 0,1 1 0,7-2 0,-1-1 0,1-1 0,0-2 0,-1-2 0,1-3 0,1-3 0,1-2 0,-3-4 0,-4-2 0,-1 1 0,-2 0 0,-2 1 0,-4 3 0,-3 3 0,-5 3 0,-3 3 0,-6 3 0,-1 3 0,-2 3 0,-4 0 0,-4 1 0,-1 2 0,-7-1 0,-8 1 0,-6-2 0,-8-1 0,2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1:30.023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38 1 8932,'18'4'0,"-4"-2"0,0 4 0,-1 1 0,2 1 0,4 2 0,1 3 0,2 2 0,-2 2 0,3 6 0,-2 0 0,0 3 0,-2 2 0,-2 1 0,-1 8 0,-4 1 0,-2 2 0,-5 2 0,-2 4 0,-3 0 0,-3 0 0,-5-3 0,-5-2 0,-2-4 0,-1-4 0,-1-4 0,-3-6 0,0-4 0,-2-6 0,-2-7 0,1-5 0,0-7 0,-3-9 0,0-10 0,-1-7 0,4 1 0,4-1 0,9 1 0,7 4 0,2-1 0,1 1 0,4 3 0,2 3 0,3 2 0,4 4 0,1-3 0,4 4 0,1 0 0,-1 2 0,4 2 0,0 3 0,2 1 0,1-1 0,-2 3 0,3 0 0,-2 4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1:42.00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488 16 8770,'-4'14'0,"4"2"0,0-3 0,5-2 0,3-1 0,2-1 0,-1 0 0,0 5 0,0 2 0,0 6 0,2 4 0,1 4 0,-5 10 0,2 2 0,-1 6 0,1 3 0,-3-3 0,-1 1 0,0-3 0,0-3 0,-2-7 0,3-10 0,1-6 0,2-7 0,1-7 0,1-4 0,2-6 0,2-8 0,0-8 0,3-10 0,2-5 0,1-4 0,-1-3 0,1-5 0,-1-1 0,-2-1 0,1-1 0,-1 3 0,-1 0 0,-1 2 0,-3 9 0,-5 2 0,-2 5 0,1 5 0,-4 3 0,1 5 0,-13 15 0,-1 7 0</inkml:trace>
  <inkml:trace contextRef="#ctx0" brushRef="#br0" timeOffset="747">0 1194 8770,'14'5'0,"3"3"0,5-2 0,-2 2 0,-1 1 0,3 2 0,-1 1 0,0 4 0,-2 5 0,0 3 0,-1 3 0,0 1 0,-3 3 0,-5 2 0,-5 4 0,-1-1 0,-2 1 0,-5 0 0,-4-1 0,-4-3 0,-4-6 0,-3-4 0,-3-5 0,-2-4 0,0-4 0,1-5 0,-1-6 0,0-2 0,3-4 0,1-5 0,5-4 0,4-4 0,3-1 0,5-4 0,-2 3 0,4-2 0,4-1 0,2-2 0,5 0 0,2-1 0,3 0 0,3 1 0,3 0 0,6 2 0,1 2 0,1 4 0,3-2 0,4 7 0</inkml:trace>
  <inkml:trace contextRef="#ctx0" brushRef="#br0" timeOffset="1084">562 1184 8770,'-5'5'0,"3"-1"0,8-8 0,6-2 0,8-2 0,2 0 0,2 1 0,1 1 0,2 4 0,0-1 0,0 2 0,-3 1 0,-1 4 0,-5 3 0,1 4 0,-1 4 0,-5 7 0,-3 2 0,-5 4 0,-1 3 0,-3 1 0,2 5 0,-2 0 0,-1 3 0,1 1 0,1 0 0,1 0 0,5 1 0,0-6 0,5-3 0,1-3 0,1-7 0,4-2 0,-1-5 0,1-4 0,-1-6 0,1-4 0,3-4 0,-7-3 0,7-8 0,-8-1 0</inkml:trace>
  <inkml:trace contextRef="#ctx0" brushRef="#br0" timeOffset="1264">875 1258 8770,'-14'17'0,"-4"0"0,-7 6 0,-1 1 0,-2-1 0,5-1 0,1 3 0,3 3 0,0 4 0,1 3 0,0 1 0,-1 6 0,1-1 0,-1-2 0,-3-1 0,-3-3 0,0-2 0,0-5 0,4-6 0,5-6 0,-1 1 0,3-3 0</inkml:trace>
  <inkml:trace contextRef="#ctx0" brushRef="#br0" timeOffset="2030">1804 770 8770,'-13'-9'0,"-2"0"0,-3 0 0,3 2 0,-1 2 0,0 1 0,-1 2 0,-5 2 0,0 3 0,-1 5 0,1 7 0,-3 2 0,4 11 0,1 3 0,4 4 0,3 6 0,5 1 0,1 1 0,4 0 0,2-5 0,3-2 0,3-9 0,5-7 0,5-7 0,1-7 0,5-5 0,3-6 0,4-6 0,2-12 0,1-5 0,2-8 0,0-5 0,-1-6 0,-3-2 0,-3-3 0,-6-3 0,2-1 0,-3-2 0,-1-3 0,-4 2 0,-4 3 0,-3 4 0,0 2 0,0 2 0,0 6 0,-3 5 0,0 5 0,-3 8 0,3 3 0,0 5 0,-3 7 0,3 13 0,-4 8 0,0 4 0,0 3 0,0 4 0,0 5 0,0 5 0,0 3 0,0 1 0,0 2 0,0 3 0,0 3 0,0 2 0,-1 6 0,-2-1 0,-3 2 0,-2 1 0,-2 2 0,1 1 0,0 0 0,1-7 0,1-5 0,2-6 0,0-6 0,3-6 0,5-8 0,4-3 0,1-4 0,1-4 0</inkml:trace>
  <inkml:trace contextRef="#ctx0" brushRef="#br0" timeOffset="2348">2172 706 8770,'13'0'0,"-1"0"0,-3 0 0,5-1 0,0-2 0,-1 2 0,-1-2 0,4 2 0,1 1 0,4 0 0,2 0 0,-1 0 0,1 0 0,1 4 0,-2 2 0,-2 3 0,0 3 0,-2 6 0,0 4 0,-3 3 0,-3 3 0,-2 0 0,-1 4 0,-3-1 0,-3 3 0,1-2 0,-1-3 0,-1-2 0,-1-2 0,0-5 0,2 1 0,3-1 0,3-6 0,3-1 0,0-3 0,1-5 0,0-2 0,4-2 0,4-1 0,-3 0 0,-9 0 0,-5 0 0</inkml:trace>
  <inkml:trace contextRef="#ctx0" brushRef="#br0" timeOffset="2613">2485 835 8770,'-10'15'0,"-1"-1"0,-2 0 0,-3-2 0,2-3 0,-2 1 0,1 3 0,4-2 0,-2 4 0,0 3 0,1 2 0,-3 5 0,1 6 0,0 6 0,-2 5 0,-1 3 0,1 1 0,1 0 0,-2 0 0,1-2 0,1-3 0,3-6 0,5-6 0,4-4 0,6-10 0,6-6 0,6-5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1:58.28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1178 8738,'5'-5'0,"4"2"0,0 6 0,-3 3 0,3 6 0,-2 3 0,-1 3 0,-3 1 0,-2-1 0,2 1 0,0 2 0,-1 0 0,-1 0 0,2-2 0,1 0 0,1-2 0,2-2 0,2-1 0,2-6 0,4-2 0,-3-2 0,6-5 0,-4-2 0,-2-3 0,-3-7 0,-2-2 0,-1-2 0,-1-2 0,2 1 0,-2-1 0,-1-3 0,4 2 0,-2-5 0,2 1 0,1 0 0,3-2 0,1 5 0,-1 1 0,1 0 0,-2 6 0,5 1 0,-5 3 0,2 1 0</inkml:trace>
  <inkml:trace contextRef="#ctx0" brushRef="#br0" timeOffset="516">185 1325 8723,'-1'18'0,"-2"-3"0,-4-7 0,-5-8 0,5-7 0,-1-6 0,3-3 0,3-3 0,1-2 0,1-5 0,1 1 0,2 0 0,2-2 0,4 0 0,0-2 0,0-2 0,4 2 0,0-4 0,1 1 0,3 3 0,0-3 0,1 1 0,1 1 0,-1-2 0,2 0 0,1-4 0,5 1 0,3-3 0,2-5 0,5 0 0,2-1-3,0 1 1,2 0 0,0 5 0,0 3-2,1 3 0,-7 2 0,0 7 1,-6 3 0,-3 4 0,-3 5 1,-3-1-2,-1 5 3,-4 3 1,0 4 0,-5 4 0,1-2 0,2 4 0,-1 0 0,1 5 0,-2 1 0,-1 2 0,0 5 0</inkml:trace>
  <inkml:trace contextRef="#ctx0" brushRef="#br0" timeOffset="1061">1289 0 8610,'14'1'0,"-1"2"0,-3-1 0,-1 5 0,0 4 0,0-2 0,1 4 0,-1 0 0,0 3 0,1-2 0,1 2 0,2 4 0,-2 3 0,-1 4 0,-2 2 0,-2 1 0,-2 4 0,0 6 0,-2 2 0,-3 1 0,-4 0 0,-8-4 0,-2 2 0,-2-3 0,-2-1 0,4-6 0,-1-11 0,1-3 0,1-5 0,1-7 0,3-6 0,1-7 0,0-14 0,0-6 0</inkml:trace>
  <inkml:trace contextRef="#ctx0" brushRef="#br0" timeOffset="1431">1777 37 8644,'10'0'0,"-4"8"0,-11 3 0,-5 4 0,-4 0 0,-5 4 0,-6 6 0,-2 2 0,-4 0 0,-1 4 0,-1 0 0,2-3 0,2-2 0,7-5 0,4-5 0,4-4 0,10-1 0,7 1 0,9-1 0,10 1 0,-2-2 0,0-1 0,1 4 0,1 0 0,-1 0 0,2 0 0,-4 4 0,4-2 0,-2 1 0,1 0 0,-1 0 0,-3-3 0,0 1 0,-3-1 0,2 2 0,-5-2 0,-4-4 0,-5-9 0,-14-14 0,-5-15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2:10.58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185 56 8573,'-1'-11'0,"-2"1"0,2 3 0,-3-2 0,3 3 0,-2 0 0,-1 5 0,-5 1 0,5 4 0,-6 5 0,0 1 0,-2 2 0,-1 4 0,2 5 0,-2 3 0,-2-1 0,3 4 0,-2-3 0,0 4 0,3 3 0,4-3 0,2 2 0,1-4 0,2-5 0,1-2 0,2 1 0,2-1 0,3 0 0,2 0 0,2-7 0,2 0 0,0-2 0,0-1 0,-2 0 0,3 1 0,2-2 0,6-2 0,3-2 0,0-8 0,-2-1 0</inkml:trace>
  <inkml:trace contextRef="#ctx0" brushRef="#br0" timeOffset="598">314 175 8561,'2'15'0,"4"-3"0,-1-6 0,10-3 0,3-2 0,8-1 0,0 0 0,-2 0 0,-2 0 0,1 0 0,1 0 0,-1 0 0,-2 0 0,0 0 0,-1 0 0,-3-1 0,-2-2 0,-2-3 0,-3-6 0,-1-3 0</inkml:trace>
  <inkml:trace contextRef="#ctx0" brushRef="#br0" timeOffset="898">553 1 8561,'-14'1'0,"1"2"0,3 3 0,1-1 0,0 1 0,-1 1 0,4 1 0,0 4 0,-1 3 0,2-3 0,0 7 0,0-2 0,0 0 0,2 2 0,-3 0 0,1 2 0,0 0 0,0 4 0,-2-4 0,1 0 0,-1-2 0,3 3 0,0-1 0,3-1 0,1 0 0,0-2 0,9-4 0,3-5 0,4-4 0,3-5 0,-1 0 0,2 0 0,1 0 0,-2 0 0,3 0 0,-3 0 0,0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2:13.33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19 8514,'10'-9'0,"2"3"0,-4 2 0,5 4 0,-8 4 0,4 3 0,-1 5 0,0 3 0,1 4 0,1 0 0,-1 1 0,1-3 0,2 3 0,-4 3 0,4 1 0,-2-1 0,-3-1 0,2-1 0,-4 3 0,2 3 0,-1 2 0,-4 0 0,1 2 0,-2-3 0,-1 0 0,-5 1 0,-3 0 0,-5 1 0,-1-4 0,-2-1 0,-5-6 0,0 1 0,0-3 0,2-5 0,0 2 0,1-5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3:02.39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1 589 8534,'6'15'0,"0"-3"0,1 0 0,6-3 0,-2-1 0,4-9 0,2-3 0,-3 0 0,0-3 0,0 1 0,-3-1 0,4-1 0,4-1 0,-1-1 0,3 1 0,-1 4 0,-6 1 0,-1 4 0,-3 0 0</inkml:trace>
  <inkml:trace contextRef="#ctx0" brushRef="#br0" timeOffset="1067">608 350 8534,'11'0'0,"2"0"0,-4 0 0,-2 0 0,5 0 0,1 0 0,4 1 0,-2 2 0,2 2 0,-4 6 0,0 1 0,1 3 0,1 4 0,-2 2 0,1 5 0,-1 3 0,-1 4 0,-3 5 0,0 2 0,-3 3 0,1 2 0,-4 1 0,-1-2 0,-1-5 0,-5-3 0,-2-9 0,-3-3 0,-4-2 0,1-5 0,-6-5 0,-2-8 0,-3-14 0,3-5 0,4-5 0,5-4 0,-2-4 0,4 1 0,3-1 0,2-3 0,4-2 0,0-1 0,0 0 0,4 2 0,3-4 0,4 1 0,5 0 0,-2-2 0,1 8 0,2 2 0,0 5 0,2 3 0,0 5 0,2 5 0,-3 6 0,1 8 0,-1 4 0,-3 10 0,-6 1 0</inkml:trace>
  <inkml:trace contextRef="#ctx0" brushRef="#br0" timeOffset="1415">1197 341 8534,'0'19'0,"1"2"0,2 0 0,-2-1 0,4-3 0,-1 2 0,1 2 0,4-1 0,0 4 0,0 3 0,1 4 0,-1 1 0,0 4 0,0 3 0,0 3 0,1-2 0,-2-2 0,-2-3 0,1-7 0,-4-6 0,-1 1 0,3-12 0,3-7 0,5-16 0,-2-6 0,-1-3 0,-1-4 0,4-5 0,0-5 0,0-3 0,1-2 0,-1-5 0,-2-1 0,1-4 0,0-1 0,-3 2 0,-2 7 0,-2 5 0,-1 5 0,-1 8 0,-3 2 0,4 15 0,1 8 0,5 13 0</inkml:trace>
  <inkml:trace contextRef="#ctx0" brushRef="#br0" timeOffset="1683">1584 746 8534,'1'18'0,"2"1"0,2-2 0,6-3 0,5-4 0,0-5 0,8-6 0,2-2 0,1-4 0,-1-1 0,0 0 0,-2 1 0,2 1 0,-4 4 0,1-2 0</inkml:trace>
  <inkml:trace contextRef="#ctx0" brushRef="#br0" timeOffset="1848">1740 608 8534,'-1'21'0,"-1"1"0,-1-2 0,-4 3 0,2-2 0,-1 0 0,0-2 0,4 2 0,-2 2 0,4-1 0,4 1 0,1 3 0,5-2 0,1 4 0,1 2 0,4 0 0,-3 3 0,1-3 0,3-3 0,0-5 0,0-6 0,-1-4 0,5-2 0,-1 0 0</inkml:trace>
  <inkml:trace contextRef="#ctx0" brushRef="#br0" timeOffset="2318">1878 0 8534,'1'20'0,"2"-5"0,8-8 0,6-4 0,3-2 0,2-1 0,-3 1 0,2 1 0,0 2 0,1 0 0,-4-2 0,1 3 0,-1 3 0,-4 0 0,-2 8 0,-5 4 0,-3 1 0,-4 4 0,-1-4 0,-2-1 0,-2-3 0,-6 1 0,0-1 0,-1 2 0,0-2 0,2-5 0,1-2 0,4-5 0,6 2 0,9-7 0,8-5 0,0-1 0,4 0 0,-4 2 0,-3 0 0,3 0 0,-3-2 0,2 3 0,1 3 0,-3 3 0,-3 4 0,-1 4 0,-5 3 0,0 5 0,-4 3 0,2 2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3:21.76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258 533 8973,'0'-10'0,"0"0"0,-1 5 0,-2-3 0,2 2 0,-5-1 0,0-1 0,-1 3 0,-1-1 0,-3 0 0,2 2 0,-5 0 0,-2 0 0,0 2 0,-2 2 0,1 4 0,2 4 0,-1 3 0,0 5 0,1 2 0,-1 0 0,2 6 0,1 0 0,3 3 0,4 3 0,2 0 0,5 0 0,2-1 0,2-3 0,6-3 0,2-3 0,2-3 0,3-3 0,1-6 0,3 0 0,-2-4 0,-1-3 0,2-3 0,-2-3 0,0-7 0,0-4 0,0-6 0,-2-6 0,2-7 0,-2-5 0,-1-4 0,-1-6 0,-2-2 0,-2-5 0,-2-2 0,0-5 0,-1 2 0,-1 3 0,-3 10 0,0 5 0,0 6 0,1 4 0,-3 9 0,4 4 0,-5 8 0,3 6 0,-4 10 0,0 7 0,0 4 0,0 5 0,1 2 0,1 4 0,-1 4 0,2 5 0,-2 2 0,-1 2 0,0 2 0,0 2 0,0 4 0,0 5 0,0-2 0,0 6 0,0-2 0,0 1 0,0 0 0,0-4 0,3-7 0,2-8 0,2-11 0,2-8 0,1-6 0,3-4 0,2-2 0,4-1 0,1 2 0</inkml:trace>
  <inkml:trace contextRef="#ctx0" brushRef="#br0" timeOffset="180">679 487 8973,'7'15'0,"0"-1"0,1-4 0,1-3 0,7-7 0,0-3 0,2-2 0,2-2 0,5-2 0,0 0 0,1-2 0,3 3 0,-2 4 0,-1 0 0,-3-1 0,-2 4 0,0-2 0,-3 2 0,-1 5 0,-2 0 0</inkml:trace>
  <inkml:trace contextRef="#ctx0" brushRef="#br0" timeOffset="431">952 338 8973,'-12'8'0,"0"0"0,1 0 0,3 0 0,-3-1 0,2 1 0,4 0 0,1 1 0,0 1 0,3 3 0,0 3 0,1 3 0,0 3 0,0 3 0,0 7 0,0 0 0,0 0 0,0 0 0,2-4 0,2 0 0,0-1 0,2-2 0,2-4 0,3-4 0,1-3 0,0-4 0,5-2 0,-1-3 0,0-2 0,1-2 0,1-1 0,0-1 0,-1-2 0,0-2 0,-2-2 0,1 0 0,0-1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3:24.37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1 149 8973,'13'3'0,"0"-1"0,-3 2 0,4-2 0,2 0 0,1 1 0,3-3 0,0 0 0,0 0 0,0-3 0,4 0 0,-1-2 0,1-1 0,-2 3 0,-1 0 0,-3 2 0,-1 1 0,-5 0 0,6-3 0,-2-1 0</inkml:trace>
  <inkml:trace contextRef="#ctx0" brushRef="#br0" timeOffset="200">196 1 8973,'-11'16'0,"1"3"0,-1-4 0,4 2 0,0-3 0,1-1 0,0 2 0,4 1 0,0 0 0,1 2 0,1 0 0,1 3 0,1-1 0,0 0 0,1 2 0,-3-3 0,1 0 0,1 0 0,-1 3 0,2-2 0,-2 0 0,-1-1 0,0-4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4:36.21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533 20 9785,'-13'-3'0,"0"0"0,-2-1 0,-1-1 0,-1 3 0,1 1 0,0 0 0,0 1 0,-3 1 0,-1 1 0,-2 2 0,2 2 0,-4 1 0,-1 1 0,0 0 0,-2 3 0,4-2 0,0 1 0,2 2 0,-1-1 0,2 0 0,2 0 0,2 0 0,1 2 0,3-1 0,1 1 0,0 0 0,3 1 0,0 0 0,1 2 0,3 0 0,-1 0 0,3 1 0,0-2 0,2-1 0,0-1 0,0 0 0,2-1 0,6 4 0,4 1 0,5 0 0,3-1 0,-4-4 0,-2-2 0,2-1 0,1-1 0,2 1 0,0-1 0,0-3 0,0-1 0,1 0 0,-1 0 0,0-1 0,0-3 0,1 0 0,-1 0 0,-2-1 0,0-1 0,0-3 0,0 0 0,-2-2 0,-2-2 0,-1-2 0,-1-1 0,0-3 0,-3-2 0,-2 1 0,-3 0 0,-5 3 0,-3 0 0,0 1 0,-5-1 0,-3 1 0,-4 1 0,-1 2 0,-2-1 0,-1 0 0,-1-2 0,-1-1 0,2 1 0,-2 0 0,1 2 0,1-2 0,2 2 0,2 0 0,2 2 0,1 2 0,5 0 0,-1 2 0,7 0 0,0 2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4:38.90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589 78 9785,'-15'2'0,"0"1"0,0-1 0,-1 1 0,1 2 0,-3-3 0,0-1 0,-2 0 0,0-1 0,-3 0 0,1 0 0,-1 0 0,1 1 0,0 0 0,0 2 0,1 0 0,0 4 0,1 2 0,-3 1 0,1 1 0,1 4 0,0 3 0,1 0-299,3 1 1,-1 1-1,1 0 1,1 0 298,1-1 0,1-4 0,2 0 0,2-2 0,1 0 0,5-2 0,2 0 0,4 3 0,2 1 0,5 5 0,1-1 0,2 0 0,2-3 0,2-1 0,2-3 0,3-1 0,2-2 0,-1 1 0,1-2 0,2-3 0,-3-4 0,2 1 0,-1-1 0,0-1 0,-1-1 0,-2-1 0,-1-3 0,0-3 0,-3 0 0,-1-2 0,-4-2 0,-2-2 0,-6-2 0,-3 0 0,-6 0 0,-6-2 0,-3 3 0,-2-1 0,0 3 0,-3 0 0,-1 4 0,-3 2 0,-1 1 0,0-1 0,2 1 0,2-1 0,1 4 0,3 1 0,2 0 0,2 0 0,6 1 0,1-1 0</inkml:trace>
  <inkml:trace contextRef="#ctx0" brushRef="#br0" timeOffset="596">884 1 8603,'4'12'0,"0"1"0,-1 1 0,-2 1 0,1 4 0,0 5 0,2 4 0,2 4 0,1 1 0,1 3 0,1-1 0,1 1 0,-2 1 0,0 1 0,0-1 0,-2-3 0,0-8 0,-1-1 0,-1-3 0,1-3 0,-1-3 0,3-6 0,-4-5 0,6-9 0,1-6 0,-2-7 0,1-2 0,1-5 0,0-3 0,0-2 0,1-3 0,0-1 0,-1-1 0,2 0 0,-1-4 0,1 1 0,1 0 0,-1 5 0,0 0 0,0 3 0,-1 2 0,-4 6 0,2 4 0,1 11 0,0 4 0</inkml:trace>
  <inkml:trace contextRef="#ctx0" brushRef="#br0" timeOffset="982">1577 180 8603,'-9'10'0,"-2"4"0,-4-1 0,0 4 0,0-2 0,4-1 0,3-1 0,2 0 0,0 0 0,2 0 0,2 0 0,4 0 0,3 2 0,3 0 0,3 2 0,4-4 0,2 1 0,1-3 0,1 1 0,1-4 0,-1-1 0,0-3 0,0-1 0,-1-1 0,-2-2 0,0 0 0,-1-5 0,-3-4 0,-4-5 0,-6-2 0,0-4 0,-4-1 0,-2 0 0,-4-4 0,0 2 0,-1-1 0,0 0 0,1 2 0,-3 3 0,0 0 0,-1 2 0,-1 1 0,-3 4 0,0-1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4:41.39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225 527 8603,'-18'-4'0,"0"0"0,1-1 0,2 2 0,1 1 0,0 1 16,1 1 1,-2 1 0,0 1-1,1 3-15,0 3 0,2 4 0,-1 6 0,3 4-1,1 3 0,3 4 1,2 4-1,1 1 0,3 2 1,0-1 0,3-1 0,2-4-1,2-2 1,1-3 0,2-4-1,0-4 0,0-5 1,-1-6-1,1-4 1,2-2-1,0-5 0,1-5 0,0-7 0,0-5 0,2-3 0,1-7 0,1-5 0,-2-3 0,-2-5 0,2-3 0,0-6 0,-1-2 0,-3-4 0,-1-3 0,-4 3 0,0 2 0,1 1 0,-1 3 0,0 7 0,-2 7 0,-2 5 0,-1 9 0,-1 3 0,0 5 0,0 8 0,0 12 0,0 9 0,0 5 0,0 4 0,0 5 0,0 6 0,0 4 0,0 3 0,0 6 0,0 0 0,0 3 0,0 2 0,-1 5 0,0 4 0,-2 3 0,-1 1 0,1-1 0,-2 0 0,1-4 0,1-3 0,1-8 0,2-13 0,0-5 0,0-7 0,4-5 0,2-8 0,1-5 0,2-6 0</inkml:trace>
  <inkml:trace contextRef="#ctx0" brushRef="#br0" timeOffset="517">623 405 8683,'0'13'0,"1"1"0,1 1 0,-2-1 0,3 3 0,-1 1 0,1 0 0,1 4 0,-1 3 0,0 2 0,2 3 0,-1 4 0,-1 2 0,1 1 0,0 0 0,-3-1 0,2-4 0,-1-3 0,0-4 0,4-7 0,0-5 0,3-8 0,4-9 0,0-6 0,-2-6 0,-1-2 0,0-3 0,0-2 0,-2-2 0,0-1 0,0-1 0,0-1 0,0-3 0,0 2 0,-1 0 0,0 4 0,-3 0 0,0 3 0,-1 2 0,1 3 0,-3 4 0,3 10 0,-3 7 0,2 6 0,1 4 0,0 6 0,2 6 0,1 3 0,-1 3 0,0 3 0,1 1 0,-1 2 0,-2 0 0,3 4 0,-2 0 0,0-5 0,1-2 0,-1-6 0,2-6 0,-1-3 0,3-8 0,2-7 0,1-9 0,-1-6 0,-1-10 0,-1-1 0,-1-3 0,-2-3 0,-1-2 0,0-2 0,0-1 0,0-2 0,0 1 0,-2-1 0,0-2 0,1-1 0,-1 0 0,0 4 0,0 2 0,-1 3 0,-1 5 0,0 2 0,1 3 0,0 8 0,1 10 0,1 7 0</inkml:trace>
  <inkml:trace contextRef="#ctx0" brushRef="#br0" timeOffset="783">1181 842 8634,'10'19'0,"3"-3"0,-1-2 0,2-5 0,3-3 0,-1-6 0,1-1 0,3-1 0,-1-2 0,3-5 0,0-1 0,-1 0 0,0-1 0,-2 1 0,-2 1 0,-2 0 0,-1 0 0,-2 3 0</inkml:trace>
  <inkml:trace contextRef="#ctx0" brushRef="#br0" timeOffset="1000">1316 604 8634,'-7'17'0,"1"3"0,0-1 0,1-1 0,1 0 0,0 0 0,0 3 0,2 2 0,1 0 0,1 3 0,1-1 0,0 2 0,1 3 0,3 1 0,0 2 0,0-2 0,2 0 0,1-3 0,2-1 0,0-5 0,1-2 0,-1-3 0,1-6 0,0-3 0,1-3 0,1 0 0,1-4 0,0-4 0,0-1 0,2-8 0,-3 2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4:45.46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540 346 8566,'-13'10'-1,"0"0"1,0 0 0,3 2 0,2-1 0,1 3 0,0 4 0,2 4 0,0 3 0,1 2 0,1 3 0,1-3 0,3 0 0,2 0 0,3-2 0,2-4 0,4-3 0,2-3 0,2-3 0,2-7 0,2-4 0,2-6 0,1-7 0,-1-7 0,0-4 0,0-3 0,-4-2 0,-2-1 0,-5-4 0,-3 0 0,-1-2 0,-3 2 0,-3 4 0,-2 3 0,-3 4 0,-5 3 0,-2 2 0,-1 2 0,-1 4 0,1 2 0,-1 2 0,0 1 0,0-1 0,0 4 0,-2 0 0,-2 3 0</inkml:trace>
  <inkml:trace contextRef="#ctx0" brushRef="#br0" timeOffset="351">14 0 8612,'-7'10'0,"2"2"0,4 2 0,5 4 0,2-1 0,4 3 0,2 1 0,2 2 0,0 2 0,2 1 0,0 0 0,-2-4 0,1-3 0,2-3 0,-1-3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4:46.71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22 1 8620,'-9'4'0,"1"0"0,5 1 0,2 4 0,9 2 0,4 1 0,5 1 0,-2 2 0,-4 0 0,1 0 0,-1-2 0,0 1 0,0 1 0,1 3 0,-2-1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4:47.10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96 1 8543,'1'11'0,"-3"1"0,-3 2 0,-2 1 0,1-1 0,0 2 0,-1 0 0,0 1 0,-1 2 0,0 0 0,0-2 0,1-1 0,0-4 0,-2 1 0,-1 0 0</inkml:trace>
  <inkml:trace contextRef="#ctx0" brushRef="#br0" timeOffset="216">250 33 8546,'8'1'0,"-1"3"0,-3 2 0,0 6 0,-2 2 0,-1 3 0,-2 1 0,-1 2-1,-2 4 1,-5 4 0,-1 4-1,-3 3 0,1-2 1,-3 1-1,0-8 1,0-3-2,2-5 2,3-4 0,-2-4 0,2-1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5:07.2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22 8538,'0'15'0,"1"1"0,3 1 0,-3-4 0,2 1 0,-1-1 0,-2-2 0,0-1 0,0 1 0,4-5 0,5-2 0,3-3 0,3-1 0,4-1 0,-1-1 0,4-3 0,3-1 0,-2 0 0,4-3 0,-1 3 0,-1 1 0,0 0 0,-3 3 0,-1-2 0,-3 2 0,1 1 0,-3 1 0,0 0 0,0 0 0,2 0 0,-4 1 0,0 1 0,-2 2 0,2 3 0,1-2 0,-2 0 0,-1 0 0,-1 2 0,0-3 0,0-2 0,0-1 0,0 3 0,0 0 0,0-2 0,0-1 0,-1-1 0,1 0 0,-3-1 0,-1-1 0,3-2 0,3 2 0,0 0 0,4 2 0,0-1 0,0-3 0,1 3 0,4-2 0,0 1 0,0 2 0,3 0 0,1-1 0,-2-1 0,-1-2 0,-1-1 0,0 3 0,-1-3 0,1-1 0,0-1 0,0-4 0,0 0 0,-1 0 0,2 0 0,2 1 0,1 2 0,2 1 0,1 1 0,4-3 0,0 3 0,-1 1 0,6 2 0,2 3 0,2 0 0,2 0 0,3 0 0,1 0 0,-1 1 0,1 2 0,-3 2 0,1 4 0,-3-3 0,-3-1 0,-4 2 0,3-2 0,-2 0 0,-2-1 0,0 4 0,1-5 0,0 1 0,-1 1 0,4 0 0,0 2 0,1-2 0,0 0 0,-4-1 0,4 5 0,0-2 0,-1 2 0,-1-1 0,-2 1 0,0-2 0,-1 1 0,3-2 0,-2 1 0,-2-3 0,-4-1 0,2 2 0,-2-2 0,4 0 0,2-2 0,1-1 0,-3 0 0,2-1 0,4-3 0,2 3 0,2-3 0,1 2 0,2-2 0,-1 3 0,5-3 0,0 3 0,-1 1 0,-1 1 0,-3 3 0,2 2 0,-2 0 0,2 4 0,-1-2 0,-1 4 0,-1 3 0,-5-1 0,1-1 0,3 0 0,2 1 0,-2 0 0,-4-6 0,1-2 0,1-1 0,6-1 0,-1-4 0,-1 0 0,-1 0 0,-1-1 0,4-3 0,1-2 0,1 0 0,-3-4 0,-5 3 0,-2-2 0,1 2 0,5-1 0,1 4 0,-1 2 0,-1 0 0,-1 2 0,0 0 0,2 2 0,2 1 0,-1-2 0,-3 8 0,-1-4 0,1 1 0,4-4 0,-2 3 0,4-5 0,-2 0 0,8 0 0,0 0 0,2 0 0,1 0 0,4-5 0,-1-3 0,2-4 0,2-3 0,-1-3 0,0 3 0,-2 1 0,-2-2 0,-2 3 0,2-4 0,1 1 0,-1 3 0,-2 2 0,-3 2 0,1 3 0,1 1 0,4 2 0,-3 3 0,2 0 0,2 0 0,1 0 0,3 0 0,2 0 0,-8 0 0,8 0 0,-8 0 0,1 1 0,0 3 0,-2-3 0,1 2 0,-5-1 0,-4-2 0,-5 0 0,4 0 0,0 0 0,-2 0 0,0 0 0,-6 0 0,1 1 0,0 3 0,3-2 0,0 4 0,-1-1 0,-1-3 0,-1 3 0,1-1 0,1-2 0,1-1 0,0-1 0,-3 0 0,-1 0 0,1 0 0,3 0 0,0 0 0,-2 0 0,-3 0 0,-1-3 0,-4-1 0,0 2 0,-3 1 0,-1 1 0,-7 0 0,-2 0 0,-1 0 0,-1 0 0,-1 0 0,-3 0 0,-4 0 0,-2 0 0,-1 0 0,0 0 0,0 0 0,0 0 0,0 0 0,0 0 0,0 0 0,-6 0 0,-5 0 0,-5 0 0,-11 9 0,-1 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5:13.5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258 131 8538,'7'0'0,"1"0"0,-6 2 0,2 1 0,-3 0 0,-1 4 0,0 1 0,0-2 0,-1 2 0,-3 0 0,-3 2 0,1 2 0,-3 2 0,-2 5 0,-2 1 0,-5 2 0,2 0 0,-1 1 0,-2 2 0,-2-2 0,-1 3 0,1-3 0,-1-1 0,4-2 0,1-2 0,2-3 0,5-3 0,3-6 0,5-1 0,-2 0 0,6-4 0,8 1 0,4-4 0,5 0 0,-1-4 0,3 0 0,0-1 0,1 5 0,1-3 0,3 2 0,3-1 0,-1 0 0,1 4 0,1 0 0,2 0 0,2 0 0,1-1 0,0-1 0,-4-2 0,1 0 0,-7 4 0,-1-1 0,0-2 0,-9 0 0,-4-4 0,-6-2 0,-4 0 0,-7-6 0,-5-1 0,-7-1 0,-6-2 0,-5-2 0,-8 0 0,-1-2 0,-1-3 0,-2 4 0,4-1 0,2 4 0,5 2 0,2-1 0,3 3 0,4 3 0,5 7 0,9 5 0,2 10 0,5 7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5:22.1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8631,'11'0'0,"-3"5"0,-2 2 0,-1 3 0,-3 1 0,3 0 0,-2 0 0,1 0 0,1 0 0,-4 1 0,4 2 0,-1 5 0,-1 1 0,4 3 0,-3 3 0,-1 3 0,-2 2 0,2 7 0,1 2 0,-2 3 0,0 5 0,-4 0 0,0 3 0,-3-4 0,-1-2 0,-1-3 0,-4-2 0,0-4 0,0-6 0,1-8 0,2-8 0,1-2 0,4-6 0,0-1 0,6-5 0,3-3 0,5-1 0,0 2 0,0 0 0,0-1 0,1-1 0,3 0 0,3 0 0,2 2 0,2-1 0,1 0 0,3 0 0,-2 1 0,5-2 0,1 0 0,2 0 0,0 1 0,0 2 0,-2-2 0,-1-1 0,-4 1 0,1 2 0,-2-3 0,-2-3 0,1-3 0,-8-1 0,-3-1 0,-4-3 0,1-1 0,-5-8 0,-3-1 0,-4-4 0,0-1 0,-7-2 0,-2 1 0,0-3 0,-2 2 0,1 3 0,-1 0 0,0 1 0,2-3 0,2 3 0,2 0 0,1 3 0,-1 3 0,-2 4 0,-1 2 0,0 5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5:23.2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44 8799,'1'26'0,"1"4"0,2 1-2,-2 2 1,5 2-1,0-2 1,4-6-3,3-2 0,3-8 1,5-3-1,1-3 1,2-4 0,3-3 0,6-8 0,3-4 2,3-5 0,2-6 0,2-5 0,-1-3 0,1 0 1,0-2 0,0-4 0,2 1 0,2 3 0,-5 4 0,-4 7 0,-1 3 0,-3 3 0,-1 6 0,-3 2 0,-2 3 0,-3 1 0,-3 6 0,-1 4 0,-1 4 0,1 3 0,0-2 0,0 2 0,0-1 0,-1-3 0,5 1 0,0-1 0,4-5 0,3-2 0,1-2 0,6-4 0,2-1 0,0-3 0,2-2 0,-1-5 0,1-1 0,0-3 0,-1 3 0,0-2 0,-2 1 0,-1 3 0,-2 4 0,5 1 0,-2 1 0,0 0 0,0 1 0,-5 3 0,0 0 0,-1 0 0,4-1 0,1-2 0,1-2 0,-1-1 0,2 3 0,0-3 0,3-1 0,2 1 0,0 4 0,-3-2 0,-1 3 0,1 1 0,1 0 0,1 0 0,1 0 0,-1 0 0,3 4 0,-1 1 0,2 1 0,2 2 0,-4 2 0,-1 0 0,-2-2 0,-1-1 0,-2 1 0,-2 2 0,-3 0 0,-3-3 0,-3 2 0,-2-4 0,-5 0 0,-4-1 0,-4 5 0,-13-8 0,-6 3 0,-8-3 0,-11-1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5:27.1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9584,'6'29'0,"-2"-1"0,-3-2 0,-1-1 0,0-6 0,0-2 0,0-1 0,0-3 0,0-1 0,0 0 0,1 2 0,3 0 0,1 6 0,3-2 0,-1 2 0,2 2 0,1 5 0,1 2 0,-1 1 0,1-1 0,-1-2 0,-1-5 0,-3 0 0,-2-1 0,5-8 0,-3-7 0,0-8 0,3-5 0,-5-7 0,2-6 0,3-4 0,-3-4 0,1-6 0,2-1 0,0-1 0,2-1 0,0 5 0,0 0 0,0 3 0,-1-1 0,-2 4 0,-1 1 0,2-2 0,-1 8 0,1-2 0,-2 4 0,-3 8 0,3 5 0,-3 9 0,3 4 0,1 7 0,2 5 0,1 3 0,0 9 0,0-1 0,0 1 0,3 6 0,1 5 0,-1 5 0,2 5 0,-4 0 0,4-1 0,0-2 0,2-3 0,-2-10 0,-2-5 0,0-8 0,0-5 0,-2-8 0,3-6 0,-3-1 0,-1-3 0,0-2 0,1-3 0,1-5 0,2-1 0,0-8 0,-1-6 0,0-8 0,0-4 0,1-10 0,0 1 0,-2-4 0,-1 0 0,-4-3 0,-2 4 0,-1 2 0,-3 4 0,-1 1 0,-1 7 0,0 6 0,0 7 0,-5 5 0,-2 7 0,-3 0 0,-1 7 0,2 1 0,2 6 0,-3 4 0,9 6 0,-4 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6:24.9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 8838,'0'11'0,"-4"-4"0,0 0 0,1-3 0,3 3 0,1-3 0,2 2 0,6 0 0,4 0 0,4 1 0,6 5 0,3 1 0,3 2 0,4 1 0,2-3 0,1 2 0,-1-2 0,3-1 0,-2-2 0,-2-3 0,-4-3 0,1-4 0,-5-4 0,1-3 0,0-3 0,-1-1 0,0 0 0,3 0 0,2 0 0,2 1 0,1-1 0,1 0-1,1 0 0,1 5 1,-3 1-1,1 1 0,1 1 1,-4-1 0,-6 4 0,0 0 0,-1 0 0,3 4 0,-5 1 0,-2 1 0,-1 2 0,1 2 0,1-1 0,0 0 0,-1-2 0,1-4 0,0 0 0,1-2 0,2-1 0,3-1 0,5-4 0,0-4 0,-1-5 0,2 0 0,3 2 0,3 0 0,2 1 0,-2-5 0,-1 7 0,-2 2 0,-1 1 0,0 3 0,-2 3 0,-4 0 0,-2 0 0,1 4 0,-2 4 0,-1 1 0,1 2 0,2 0 0,-2 0 0,-1 1 0,1 3 0,6-4 0,-3 1 0,0-5 0,2-2 0,3-2 0,4-3 0,1 0 0,1 0 0,4-4 0,-5-2 0,2 0 0,2 2 0,-1 3 0,0 1 0,-3 1 0,-4 3 0,-3-3 0,-4 4 0,-5-2 0,-4 1 0,-8-1 0,-5-3 0,-6 0 0,-1 0 0,-9 0 0,-8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6:26.1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99 0 8781,'-12'16'0,"-2"3"0,0 4 0,0 3 0,2-2 0,1-5 0,2-2 0,1-1 0,4-1 0,5-6 0,2-1 0,5-5 0,3 2 0,3-1 0,4-2 0,3-1 0,6-1 0,3 0 0,4 0 0,2 0 0,2-1 0,-2-2 0,3-5 0,0-1 0,3-2 0,-3 1 0,1 2 0,0 0 0,0 1 0,3-4 0,1 1 0,0 3 0,1 2 0,1 6 0,2 3 0,2 3 0,4 3 0,4 1 0,-1 0 0,-1 0 0,-1 0 0,-1-2 0,-1 0 0,-2-2 0,-2-4 0,-6 0 0,0-2 0,-3-1 0,5-1 0,-4-2 0,-1-3 0,-1-1 0,-2-2 0,0 2 0,1-2 0,1 2 0,2-2 0,-3 4 0,-1-1 0,1-2 0,6-2 0,-4 0 0,-2 2 0,1 1 0,-5 4 0,4 0 0,-2 0 0,0 0 0,4 1 0,-2-1 0,-1 3 0,1 3 0,2 0 0,-2 3 0,-1 0 0,1 0 0,2 0 0,-3 3 0,1-3 0,-1-2 0,0 4 0,-6-5 0,-1 1 0,0 1 0,2-4 0,5 4 0,-2-1 0,-1-1 0,-5 2 0,0-3 0,1 3 0,2 1 0,-3-2 0,-1 2 0,-2-1 0,-2-3 0,3 3 0,-1 0 0,-2 0 0,-1 0 0,-1 2 0,-1-2 0,1 0 0,0 0 0,0 3 0,0-1 0,1 2 0,2-2 0,-2 3 0,1-4 0,-3 1 0,-3 0 0,-3-3 0,2 2 0,-2 0 0,-1 0 0,-2-2 0,-1 3 0,-5-5 0,-6 3 0,-6-5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6:30.9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159 66 8642,'10'-17'0,"-3"3"0,-2 5 0,-5 2 0,0-2 0,-5 4 0,-2 2 0,-3 2 0,-1 1 0,0 1 0,1 2 0,3 5 0,-2 1 0,1 4 0,-1 2 0,-2 7 0,0 2 0,0 8 0,0 3 0,0 3 0,1 3 0,2 7 0,2 6 0,1 2 0,-2 6 0,4-4 0,4-2 0,6-4 0,3-6 0,5-11 0,4-10 0,6-12 0,2-9 0,7-12 0,2-9 0,0-9 0,0-9 0,-3-11 0,-2-3 0,-1-1 0,-1 1 0,-6-1 0,-5 5 0,-5 4 0,-1 6 0,-8-3 0,-3 3 0,-3 3 0,-6 1 0,-5 9 0,-3 2 0,-1 2 0,3 3 0,-3 8 0,1 4 0,3 6 0,1 4 0,1 8 0,0 3 0,0 2 0,0 7 0,0 2 0,0 3 0,0 0 0,0 0 0,2-3 0,0-5 0,2-4 0,3-1 0,-2-5 0,1 0 0,3-2 0,2-5 0,4 0 0,-2 0 0,4 1 0,-1-1 0,0-3 0,-2 2 0,5-1 0,-2 2 0,1-3 0,2-1 0,0 2 0,2-2 0,1 3 0,2 0 0,0 0 0,4 1 0,-2 4 0,1 0 0,2 0 0,2 5 0,1 1 0</inkml:trace>
  <inkml:trace contextRef="#ctx0" brushRef="#br0" timeOffset="164">606 491 8642,'0'26'0,"0"-1"0,-1 1 0,-2-4 0,0-2 0,0-2 0,2 3 0,1-3 0,0 1 0,0 0 0,5-2 0,2-4 0,3 1 0,1 0 0,0-6 0,0-2 0,0-1 0,0-2 0,-5-3 0,-3-4 0,-2-3 0,-1-13 0,0-3 0</inkml:trace>
  <inkml:trace contextRef="#ctx0" brushRef="#br0" timeOffset="297">661 251 8642,'0'11'0,"0"0"0,0 0 0,0 0 0,1-1 0,1-2 0,2 0 0,4-2 0,1 2 0,3-2 0,3-1 0,3 3 0,-4 0 0,6 1 0,-3 2 0</inkml:trace>
  <inkml:trace contextRef="#ctx0" brushRef="#br0" timeOffset="548">824 415 8642,'0'15'0,"0"0"0,0 2 0,0-2 0,0 3 0,0 1 0,0 2 0,0 1 0,0 0 0,0-1 0,0 1 0,1 0 0,3 1 0,3 0 0,3-1 0,1 1 0,0-9 0,0-1 0,0-5 0,0-3 0,-1-6 0,1-4 0,0-6 0,0-5 0,0-6 0,0 1 0,0-1 0,0 0 0,0 1 0,0 3 0,-1 4 0,1-1 0,0 3 0,0 3 0,0 3 0,0 3 0,0 3 0,0 1 0,0 3 0,0 3 0,-2 7 0,0 5 0,-2 1 0,-1 7 0,3 2 0,-3 2 0,-1 2 0,-1-4 0,-1 0 0,0 0 0,0-1 0,-2-5 0,-1-5 0,0 1 0,0 2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6:28.7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120 99 8760,'5'-17'0,"-4"1"0,3 5 0,-3 0 0,-2 4 0,-2 0 0,-1-1 0,-1 1 0,0 0 0,-4 4 0,2 0 0,-3 2 0,3 2 0,0 2 0,-2 6 0,0 4 0,2 4 0,-1 6 0,1 4 0,1 6 0,-4 0 0,4 7 0,0 2 0,2 0 0,3-2 0,1-1 0,1 0 0,3-1 0,2-4 0,6-1 0,3-8 0,3-5 0,3-6 0,0-6 0,1-5 0,0-1 0,0-7 0,0-4 0,-1-5 0,1-8 0,-5-1 0,-2-6 0,-3-2 0,-1 0 0,0-3 0,-2-1 0,0-1 0,-2 0 0,-4-1 0,1 2 0,0 2 0,0 3 0,-1 7 0,-3 1 0,0 6 0,0 10 0,0 6 0,0 6 0,0 9 0,-1 4 0,-3 5 0,-2-1 0,-4 4 0,-1-5 0</inkml:trace>
  <inkml:trace contextRef="#ctx0" brushRef="#br0" timeOffset="130">251 350 8760,'6'4'0,"-1"-1"0,-5 4 0,4-3 0,0 3 0,3 1 0,-1-1 0,3-1 0,1 0 0,2 0 0,3 0 0,-1 2 0,4-1 0,3 6 0,1 4 0</inkml:trace>
  <inkml:trace contextRef="#ctx0" brushRef="#br0" timeOffset="364">513 350 8760,'6'-7'0,"-3"4"0,-5 6 0,-2 5 0,1 1 0,3 2 0,0 0 0,0 0 0,0 0 0,1 1 0,3 3 0,-2-3 0,5 1 0,2-3 0,1-3 0,0-1 0,1 3 0,0-2 0,0-5 0,0 2 0,-1-4 0,-3-4 0,3-5 0,-4-7 0,0-1 0,-3-2 0,2 2 0,0-2 0,0 1 0,0 1 0,-2 2 0,2 4 0,1 0 0</inkml:trace>
  <inkml:trace contextRef="#ctx0" brushRef="#br0" timeOffset="685">709 339 8760,'6'4'0,"3"-1"0,-5 4 0,1 2 0,0 0 0,-2 2 0,-2 0 0,0-1 0,3-3 0,-3 3 0,3-3 0,-2 2 0,2-2 0,-3 3 0,4-4 0,-2 1 0,1 0 0,3-3 0,-2 2 0,1-1 0,-2-2 0,3-3 0,1 0 0,-1-1 0,0-3 0,1-3 0,2-3 0,-3-4 0,0-1 0,2 1 0,1-2 0,-1 4 0,0-3 0,-2 5 0,2 2 0,-3 0 0,1 4 0,1 2 0,2 1 0,1 2 0,0 2 0,-4 5 0,-1 5 0,0 2 0,0-2 0,-2 3 0,2-2 0,-1-1 0,-3 0 0,4-3 0,2 1 0,-2-1 0,1-3 0,-1-3 0,1-8 0,3-2 0,-9 0 0,4 1 0</inkml:trace>
  <inkml:trace contextRef="#ctx0" brushRef="#br0" timeOffset="1084">1200 469 8760,'11'0'0,"-4"4"0,0 0 0,2-2 0,-3-1 0,1-1 0,2 0 0,0 0 0,2-1 0,0-4 0,0-4 0,0-5 0,0-5 0,0 1 0,0-3 0,0-1 0,-2 2 0,0 0 0,-3 2 0,-1-1 0,-2 3 0,-3 1 0,-1 5 0,-3 2 0,0 8 0,-5 8 0,3 1 0,1 2 0,2 4 0,3 0 0,0 2 0,0 3 0,0-3 0,0 1 0,0 3 0,0 3 0,3-1 0,2 2 0,1-2 0,3-1 0,0 0 0,2-1 0,0-2 0,0-1 0,0-5 0,0 1 0,0-6 0,0-4 0,-1-4 0,0-4 0,-1-4 0,-2-6 0,-5 2 0,3-8 0,-5 3 0</inkml:trace>
  <inkml:trace contextRef="#ctx0" brushRef="#br0" timeOffset="1246">1265 284 8760,'-6'16'0,"3"1"0,0-1 0,0-6 0,1-3 0,2-7 0,9-2 0,4 0 0,5-2 0,-1-3 0,3 3 0,0 2 0,1 1 0,3 1 0,-6 1 0,2 3 0,-2 3 0,1 4 0,-4 3 0,4 8 0,-2 6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6:33.4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22 8630,'-4'11'0,"0"0"0,2 0 0,1-4 0,2 0 0,3 2 0,2-1 0,5 1 0,1-2 0,2 1 0,4 2 0,8 1 0,3-1 0,2-3 0,7 2 0,1-6 0,1 0 0,0-2 0,3-1 0,5-1 0,-1-3 0,1-3 0,-4-3 0,2-2 0,-2-1 0,0-2 0,5 0 0,-1 6 0,3 0 0,-2 2 0,2 1 0,-2-3 0,3 2 0,3-1 0,-8 3 0,5 0 0,-3 1 2,-2 1 1,6-2 0,1 2-1,3 1 5,0 3 1,-1 0 0,3 6 0,4-3-8,4-1 0,0-2 0,3-1 0,-1 0 0,1 0 0,5 0 0,-1 0 0,2-1 0,-1-3 0,-5 3 0,2-3 0,-1 2 0,1-2 0,-1 3 0,2-1 0,-4 3 0,-2 2 0,-2 6 0,-1-2 0,-2 3 0,-4 1 0,-2 0 0,-3-2 0,1-1 0,0-5 0,-7-1 0,6-2 0,-4 0 0,2 0 0,2-7 0,2-2 0,-1-5 0,1 1 0,3 2 0,2 3 0,0 2 0,3 1 0,-3 1 0,-2 4 0,-3 0 0,0 0 0,1 5 0,-1 2 0,1 3 0,-3 1 0,-4 0 0,2 0 0,1 1 0,1 2 0,-2-5 0,-1 2 0,-1 0 0,1 2 0,-1-1 0,3 3 0,1-3 0,-1-1 0,-1 0 0,1-2 0,0 0 0,4-2 0,-5-5 0,3 2 0,0-3 0,-1-1 0,2 0 0,-1-1 0,-1-3 0,-2-3 0,1 2 0,-3 1 0,1 0 0,2 0 0,-3 1 0,2 3 0,0 0 0,-1 0 0,7 0 0,-3 0 0,2 0 0,0 0 0,2 3 0,1 1 0,2 0 0,2 0 0,-3-2 0,1 1 0,0-2 0,-1-1 0,2 4 0,3 0 0,0-2 0,-4-1 0,2-1 0,-4 0 0,-1 2 0,1 1 0,-8 2 0,1 3 0,-5 0 0,-3 0 0,1-2 0,-10 2 0,-5 0 0,-7 2 0,-7 4 0,-9 1 0,-4-2 0,-6-1 0,-8-1 0,-10 5 0,-7 1 0</inkml:trace>
  <inkml:trace contextRef="#ctx0" brushRef="#br0" timeOffset="716">2651 545 8698,'1'-10'0,"1"-1"0,2 0 0,0 3 0,-6 2 0,-1 0 0,-5 0 0,-1 4 0,-3-3 0,-3 0 0,3 4 0,-3-1 0,2 4 0,-1 5 0,1 4 0,-1 4 0,1 5 0,-2 8 0,7 2 0,-3 12 0,2 2 0,3 6 0,1 3 0,7 1 0,1-2 0,4-1 0,8-5 0,3 1 0,4-5 0,3-5 0,3-6 0,6-11 0,1-6 0,2-6 0,3-13 0,-4-10 0,-2-10 0,-4-9 0,1-6 0,-6-6 0,-2-1 0,-4 0 0,-3-1 0,-5 1 0,-1-1 0,-3 0 0,-2 4 0,-6 1 0,-3 5 0,-3 4 0,-3 11 0,-1 6 0,-1 8 0,-3 5 0,3 3 0,-3 2 0,0 4 0,1 6 0,-5 3 0,5 6 0,-1-2 0,0 1 0,2 2 0,-12 5 0,2 2 0</inkml:trace>
  <inkml:trace contextRef="#ctx0" brushRef="#br0" timeOffset="899">2716 796 8698,'7'11'0,"-1"1"0,-1 3 0,3-3 0,-4 1 0,2-3 0,3-3 0,5 1 0,5 2 0,1 1 0,2 0 0,5-2 0,1 0 0,2 5 0,3 2 0,-4-2 0,5 4 0,-4 2 0,0 0 0,-3 6 0,-2-1 0,-3-1 0,-4-1 0,-6-6 0,-4-2 0,-6-8 0,-2-7 0,-6-6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6:37.0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1 175 8664,'0'21'0,"0"-3"0,1-2 0,3-1 0,-2-4 0,4 1 0,0-4 0,0-3 0,5 2 0,5-4 0,2 0 0,5-2 0,3-1 0,5-1 0,1-2 0,2 0 0,1-2 0,-1 3 0,1-2 0,1 2 0,-1 0 0,-6 2 0,-3 2 0,-3 1 0,-6 2 0,-3 2 0,-1 8 0,-3-3 0</inkml:trace>
  <inkml:trace contextRef="#ctx0" brushRef="#br0" timeOffset="217">295 1 8659,'-1'23'0,"-2"1"0,-5 3 0,-1 0 0,-1-1 0,3 2 0,3 0 0,3 0 0,1 1 0,0 5 0,0 1 0,0 1 0,0 4 0,0-1 0,0 1 0,0 1 0,3-1 0,1-7 0,-2-3 0,0-5 0,1 0 0,1-11 0,-2-1 0,4 0 0,1-2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6:36.1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23 8698,'1'6'0,"3"-3"0,4-2 0,6-1 0,-1-3 0,5-1 0,1 2 0,6-3 0,1 0 0,2 0 0,3 0 0,0 3 0,-3 1 0,-3 1 0,-2 0 0,-1 0 0,-1 1 0,-4 3 0,-6 3 0,-6 3 0,-4 5 0,-1 2 0</inkml:trace>
  <inkml:trace contextRef="#ctx0" brushRef="#br0" timeOffset="167">55 230 8698,'-1'18'0,"-2"0"0,1-8 0,-1 1 0,4-8 0,6 1 0,8-4 0,4-4 0,8 3 0,2-4 0,2 2 0,2-1 0,3 0 0,2 4 0,0 0 0,-1 0 0,0 5 0,0 6 0,2 6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6:38.5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239 1 8645,'0'11'0,"4"-1"0,-1 1 0,0 0 0,-1-3 0,1-1 0,0 1 0,1-2 0,-3 0 0,3-1 0,-3 4 0,3-2 0,-4 3 0,-4 1 0,-3 1 0,-3 2 0,-2 3 0,-3 5 0,-4 1 0,-5 3 0,-1-2 0,-2 4 0,0 0 0,3-1 0,2-6 0,4 0 0,3-6 0,3-5 0,6 1 0,2-10 0,9 3 0,5-4 0,3-4 0,7 3 0,-1-3 0,4 3 0,3 1 0,4 0 0,-1 0 0,4 0 0,3 0 0,3 0 0,4 0 0,0 0 0,-3 0 0,3 0 0,-1 0 0,0 0 0,-3 0 0,-4 0 0,-4 0 0,0 0 0,-2 0 0,-10 4 0,-1-1 0,-9 0 0,-7-6 0,-4-3 0,-5-3 0,-4-1 0,-5-8 0,-6-3 0,-6-3 0,0 0 0,0-4 0,1 0 0,-1 0 0,2 4 0,-2-2 0,2 3 0,2 2 0,4 2 0,2 2 0,0 0 0,1 0 0,1 4 0,5-3 0,0 5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14.29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71 71 9494,'7'-12'0,"-4"3"0,-1 1 0,-1 3 0,-1-3 0,-1 3 0,-1-3 0,-2 5 0,-5-1 0,2 6 0,-4 4 0,1 6 0,-1 5 0,3 0 0,1 0 0,1 0 0,2 3 0,1 1 0,3 0 0,0 0 0,0-1 0,3 0 0,1 1 0,4-4 0,3 0 0,1-3 0,1-3 0,3-3 0,0-4 0,1-2 0,0-1 0,0-7 0,3-4 0,-1-4 0,-3-6 0,-1 0 0,-2-1 0,-2-2 0,-3 0 0,-1 2 0,-3-2 0,-2 1 0,-1 1 0,-5 2 0,-2 2 0,-4 2 0,-2 2 0,-1 3 0,0 3 0,0 3 0,0 1 0,1 1 0,-1 2 0,-3 3 0,0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15.276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97 97 9494,'-11'-1'0,"1"-1"0,-1 0 0,-2-1 0,0 0 0,3 5 0,0 6 0,0 4 0,5 3 0,3 1 0,1 3 0,1 4 0,0 2 0,1 0 0,3 0 0,2-1 0,5-3 0,0-4 0,1-2 0,1-4 0,2-2 0,0-6 0,2-4 0,1-4 0,-2-8 0,0-6 0,0-4 0,-2-2 0,-3-3 0,-3 0 0,-1 1 0,-3 1 0,-1 2 0,-3 2 0,-1 3 0,-1 3 0,-4 1 0,-3 3 0,-1 1 0,-1 2 0,-1 3 0,-2 0 0,-1 0 0,2 4 0,-3-7 0,3 6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35.4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 56 8698,'-5'4'0,"2"2"0,1 2 0,-1 2 0,2-4 0,-1 0 0,3 2 0,2 4 0,5-2 0,1 3 0,3 1 0,2 1 0,2 0 0,2 0 0,1 2 0,3 3 0,-1 2 0,1-2 0,1 0 0,-5-4 0,2-2 0,-4-2 0,1-3 0,-4-1 0,-1-5 0,-1-8 0,-2-6 0</inkml:trace>
  <inkml:trace contextRef="#ctx0" brushRef="#br0" timeOffset="150">231 0 8698,'5'1'0,"-2"2"0,-1 2 0,0 6 0,2 0 0,1 1 0,2 6 0,3-1 0,2 5 0,4 2 0,2-4 0,3 3 0,1-1 0,-2-1 0,4 1 0,-4 1 0,2 1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39.7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1 552 8811,'0'-13'0,"0"-3"0,1-4 0,2-2 0,-1-7 0,4 0 0,1-3 0,1-2 0,2 1 0,0 1 0,1 5 0,2-1 0,-2 0 0,-1 1 0,0 3 0,-1 5 0,0 2 0,-3 6 0,1-2 0,-1 0 0,-1 1 0,2 2 0,-4 4 0,4 5 0,-1 1 0,-1 5 0,2 5 0,-3 2 0,1 4 0,0 4 0,3 3 0,-3 1 0,0 1 0,0 2 0,-2 5 0,2 1 0,0 1 0,1 0 0,-4-3 0,2 3 0,0 1 0,-2-3 0,3-1 0,-1-3 0,-1-3 0,2-4 0,-3-6 0,4-6 0,-4-5 0,2-8 0,-1-6 0,0-8 0,1-5 0,-2-4 0,1-2 0,0-2 0,2-3 0,-3-5 0,3-2 0,-1 2 0,3 0 0,-1 0 0,3-2 0,0 0 0,0 3 0,0 1 0,0 9 0,-3 5 0,1 6 0,-3 6 0,0 5 0,2 6 0,-1 5 0,0 8 0,2 6 0,-1 4 0,0 8 0,4 3 0,-1 2 0,0 2 0,1 3 0,-2 1 0,-1 0 0,-1-1 0,-1-4 0,3-2 0,-3-2 0,-1-1 0,2-5 0,-2-7 0,0-3 0,0-5 0,4-6 0,-3-4 0,1-4 0,0-4 0,0-6 0,8-3 0,0-3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39.9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8811,'1'27'0,"1"-3"0,1-2 0,-1-2 0,-4-2 0,-1 1 0,1-2 0,1-1 0,1 0 0,1-3 0,2-2 0,-1-1 0,4 0 0,1-2 0,1-2 0,-1-2 0,-1-4 0,0-4 0,-1-5 0,-1-6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40.0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8811,'0'14'0,"0"0"0,0-5 0,1-1 0,2-2 0,3-3 0,2-2 0,2-5 0,-1-1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40.5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 28 8811,'0'-5'0,"-1"-2"0,-1 3 0,-2-1 0,-1 1 0,-1 1 0,-3 3 0,-1 0 0,1 0 0,0 4 0,-1 3 0,1 2 0,0 3 0,1 4 0,0 5 0,2 4 0,-1 2 0,3 1 0,1 0 0,2-1 0,1 1 0,0-1 0,1-2 0,2-5 0,3-3 0,5-5 0,3-6 0,0-2 0,3-3 0,0-10 0,2-3 0,-1-6 0,1-3 0,0-3 0,-1-4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40.9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28 8811,'9'-5'0,"-4"2"0,-2 6 0,-2-1 0,-1 4 0,0 2 0,0 0 0,0 1 0,0 1 0,0 2 0,0 1 0,0 2 0,3 1 0,0 5 0,-1 0 0,-1 0 0,0 2 0,1-2 0,2-1 0,-2-4 0,0 1 0,1-5 0,-1-3 0,4-7 0,0-5 0,-1-7 0,4-3 0,-3-6 0,2 1 0,1-4 0,0 0 0,-2 2 0,-1 0 0,-1 2 0,2-1 0,-2 1 0,0-1 0,1 5 0,-3 1 0,-1 3 0,-1 5 0,-1 5 0,0 7 0,0 3 0,0 4 0,0 0 0,3 0 0,1 3 0,1 3 0,-2 0 0,4 0 0,0 0 0,1 3 0,1 1 0,4-6 0,0 2 0,2-2 0,-4-4 0,2-8 0,0-3 0,-1-2 0,4-2 0,-4-3 0,-1-6 0,0-8 0,-3-1 0,-1-6 0,-2-1 0,-1-1 0,-1 0 0,-3-1 0,-1 1 0,-2 2 0,-2 0 0,-5 6 0,-2 3 0,0 5 0,0 1 0,2 7 0,1 1 0,0 0 0,4 7 0,-4 4 0,4 5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41.6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113 19 8811,'-1'4'0,"-2"-4"0,1-4 0,-4-5 0,2 3 0,-2 3 0,-1 2 0,-1 1 0,-1 1 0,-1 2 0,1 3 0,1 3 0,2 0 0,0 0 0,4 1 0,-1-1 0,1 0 0,1 1 0,1-4 0,1 0 0,2 1 0,2-2 0,5 0 0,0 1 0,2-1 0,-1-3 0,1 2 0,-2-1 0,0 0 0,-4 3 0,0-2 0,0 2 0,-1 1 0,1 1 0,-4 1 0,1 1 0,-1-1 0,-2 0 0,-3 2 0,-4 1 0,-1 3 0,-2 0 0,-1-1 0,-3 1 0,0-1 0,-1 1 0,0 0 0,2-4 0,3-3 0,1-4 0,0-4 0,8-8 0,4-1 0,8-10 0,3-1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54.3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84 121 9834,'-5'0'0,"0"0"0,2 0 0,1 0 0,-5 0 0,1 4 0,-2 2 0,2 3 0,-3 4 0,3 3 0,-1 1 0,1 2 0,-1 3 0,4 3 0,1 2 0,0 1 0,2-3 0,2-2 0,1 0 0,3-2 0,2-6 0,2-4 0,2-3 0,0-5 0,4-3 0,-4-3 0,4-7 0,-1-4 0</inkml:trace>
  <inkml:trace contextRef="#ctx0" brushRef="#br0" timeOffset="397">288 121 9834,'-5'1'0,"1"1"0,0 1 0,-1 4 0,-4-3 0,2 0 0,1 0 0,3 3 0,-3-1 0,-1 3 0,2 0 0,0 0 0,3 1 0,-1 3 0,1 2 0,1 3 0,1 0 0,1 1 0,2-1 0,1 0 0,4-1 0,1-3 0,1-1 0,1-1 0,-1-5 0,-1-2 0,0-1 0,0-2 0,0-5 0,-2-4 0,-1-4 0,-4-5 0,2-6 0,-1-1 0,0-1 0,1-3 0,-5 4 0,-2-1 0,0 2 0,-3 3 0,3 1 0,0 3 0,-1 2 0,2 4 0,-4 3 0,4 2 0,-3 4 0</inkml:trace>
  <inkml:trace contextRef="#ctx0" brushRef="#br0" timeOffset="665">474 103 9834,'0'18'0,"0"0"0,0-3 0,0 0 0,-1-4 0,-1 2 0,-1 2 0,-1 0 0,4 5 0,0 1 0,0 4 0,1 6 0,2 5 0,1 7 0,1 6 0,0 9 0,1 5 0,-2 3 0,0 2 0,-3 6 0,3-5 0,-3-5 0,-1-6 0,1-13 0,2-3 0,2-8 0,0-9 0,3-10 0,-3-13 0,2-5 0,-1-7 0,-1-5 0,1-10 0,-3-7 0,-2-6 0,-1-8 0,-1-8 0,-1-3-848,-1-2 0,-4-3 0,2 1 0</inkml:trace>
  <inkml:trace contextRef="#ctx0" brushRef="#br0" timeOffset="849">511 233 9834,'0'-28'0,"0"0"0,0 4 0,0 4 0,0 3 0,0 3 0,1 3 0,2 2 0,3 4 0,2 3 0,2 2 0,-1 2 0,0 4 0,1 0 0,-1 8 0,0-1 0,0 2 0,0 6 0,-2 1 0,-2-1 0,-1 2 0,-1-2 0,-3 4 0,0 2 0,0 0 0,-4 3 0,-2-6 0,-1-1 0,1-1 0,-3 0 0,3-5 0,-2-5 0,3-7 0,2-9 0,2-6 0,9-7 0,2-7 0</inkml:trace>
  <inkml:trace contextRef="#ctx0" brushRef="#br0" timeOffset="1014">789 140 9834,'0'29'0,"0"2"0,-4-2 0,-2 4 0,-2-1 0,-2-2 0,5-4 0,2-2 0,2-2 0,1-1 0,1-3 0,2-6 0,-1-5 0,5-12 0,-1-6 0,-1-7 0,3-11 0,-3 0 0</inkml:trace>
  <inkml:trace contextRef="#ctx0" brushRef="#br0" timeOffset="1148">780 1 9834,'3'12'0,"1"0"0,1 0 0,-2-2 0,4-1 0,0-1 0,1-1 0,4 1 0,2-3 0,-1 1 0,1 0 0,2-4 0,-1 11 0,3-3 0</inkml:trace>
  <inkml:trace contextRef="#ctx0" brushRef="#br0" timeOffset="1315">984 149 9834,'1'12'0,"1"1"0,1-1 0,-1 2 0,-1-3 0,-1 3 0,-1 1 0,-2-1 0,1-1 0,-3 2 0,1 0 0,2 0 0,-2 1 0,0-2 0,0-1 0,-1 1 0,2 1 0,3-3 0,0 0 0,0-2 0,4-4 0,4-1 0,2 1 0,2-1 0,5-3 0,-2 1 0,3-3 0,0-3 0,0 1 0,-2-3 0,0 0 0,-1-2 0,4 2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7:58.3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19 241 8677,'0'9'0,"-1"0"0,-1 1 0,-1-1 0,-3-5 0,3-4 0,1-5 0,1-7 0,2-2 0,2-2 0,3-4 0,6-1 0,1 2 0,0-2 0,1-1 0,1 1 0,-1 3 0,-1 2 0,0 0 0,3 2 0,-4-2 0,0 5 0,-2 4 0,-1 0 0,0 4 0,0 0 0,-3 7 0,-3 2 0,-2 2 0,-1 1 0,0 1 0,0 0 0,0 2 0,3 3 0,0 3 0,-1 1 0,-1-1 0,-1 5 0,1 2 0,1 3 0,1 3 0,1 6 0,-4 7 0,0 3 0,0 3 0,-1 4 0,-2-1 0,0 2 0,1-3 0,1-1 0,1-14 0,0-6 0,0-7 0,1-5 0,2-11 0,4-10 0,-2-3 0,1-10 0,0-2 0,-1 0 0,4-2 0,-4 1 0</inkml:trace>
  <inkml:trace contextRef="#ctx0" brushRef="#br0" timeOffset="182">57 862 8639,'-10'18'0,"1"-3"0,0-2 0,0-3 0,3-1 0,3-8 0,6-4 0,4-4 0,5-2 0,0 0 0,6-1 0,1 2 0,1 2 0,3-2 0,-2 2 0,1 1 0,1 2 0,-4 2 0,4 1 0,0 0 0,-4 8 0,4 3 0</inkml:trace>
  <inkml:trace contextRef="#ctx0" brushRef="#br0" timeOffset="569">641 510 8676,'-9'1'0,"0"2"0,-2 2 0,-1 0 0,2 3 0,-3-5 0,3-1 0,1 2 0,-1-1 0,2 0 0,2 1 0,2-2 0,4 4 0,0 2 0,0 0 0,1 1 0,2 0 0,1 1 0,3-1 0,-1 0 0,2 0 0,-1 4 0,0-1 0,-2 0 0,-1-2 0,3 0 0,-4 2 0,0 0 0,1-1 0,-3 0 0,2-2 0,-2 0 0,-1 0 0,0 4 0,-1-1 0,-2-1 0,-2 3 0,-5-3 0,1-1 0,0-3 0,-3-2 0,-1 2 0,2-2 0,1-1 0,0 3 0,1-4 0,0-1 0,4-2 0,1-3 0,3-4 0,6-1 0,0-1 0</inkml:trace>
  <inkml:trace contextRef="#ctx0" brushRef="#br0" timeOffset="715">697 612 8676,'18'0'0,"-3"3"0,-3 0 0,-1-1 0,-1-1 0,1-2 0,3-1 0,0-1 0,-2-4 0,4 1 0,0-3 0,2 0 0,0 0 0,1 1 0,-1 0 0,-3 2 0,3 0 0,-4-3 0</inkml:trace>
  <inkml:trace contextRef="#ctx0" brushRef="#br0" timeOffset="898">873 473 8676,'-9'18'0,"0"1"0,-1-1 0,1 1 0,0 0 0,-1-2 0,2 0 0,2-2 0,3 2 0,2-1 0,1 2 0,1-1 0,2 3 0,2 0 0,4-1 0,1-1 0,-1 1 0,3 3 0,1-2 0,-1-2 0,2-5 0,-3-4 0,4-2 0,1-4 0,-2-2 0,4-5 0,-4-2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8:04.2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0 976 8826,'5'-6'-13,"-1"-1"0,-3 6 1,0 0-1,2 3 6,3 0 0,-1-1 0,2-1 1,3-1 3,1-2 1,6-3 0,1-7 0,5-7 2,3-7 0,1-9 0,6-8 0,0-6 0,0-5 0,-3-3 0,0-5 0,-4 0 0,-5 3 0,-5 1 0,-5 3 0,-4 3 0,-3 2 0,-3 12 0,-1 2 0,0 7 0,0 5 0,-5 2 0,0 5 0,-1 0 0,0 3 0,0-2 0,-4 5 0,1 1 0,1 8 0,2 6 0,-1 9 0,3 4 0,1 4 0,-1 2 0,2 6 0,-3 1 0,1 4 0,2 5 0,-2 4 0,1 3 0,1-1 0,1 0 0,-3 2 0,1 6 0,1 0 0,1 2 0,4-1 0,1-4 0,3-1 0,3-2 0,2-5 0,5-8 0,-1-6 0,4-8 0,-2-8 0,5-8 0,-1-3 0,-1-3 0,1-7 0,-3-6 0,-1-4 0,1-1 0,-2-2 0,0 2 0,-3 0 0,0 0 0,-3 1 0,-4 1 0,-1-3 0,0 4 0,0-1 0,-3 6 0,-2 2 0,-1 2 0,0 0 0,0 0 0,-4 3 0,-2 3 0,-3 2 0,0 1 0,0 1 0,-1 3 0,1 5 0,0 2 0,0 6 0,0-1 0,2 4 0,1 1 0,3 5 0,-2-2 0,1 1 0,2-1 0,1 0 0,2 1 0,1-5 0,1-3 0,5-4 0,0-5 0,5-2 0,1-6 0,-2-4 0,4-7 0,-1-1 0,0-4 0,-2-2 0,-3-3 0,1 0 0,-2 0 0,2-2 0,-5 2 0,0 0 0,0 1 0,-4 3 0,1 1 0,-2 4 0,-1 4 0,0 5 0,-1 8 0,-1 10 0,-1 3 0,0 0 0,3 1 0,0-1 0,0 1 0,1 0 0,1-1 0,1 0 0,-1-3 0,2 2 0,0-5 0,2-2 0,1-2 0,-2-4 0,1-4 0,1-1 0,2-2 0,3-4 0,0-5 0,0-3 0,-2-3 0,-1-4 0,-1 1 0,0 0 0,-2 1 0,-3 2 0,2 0 0,-1 3 0,-2 3 0,-1 1 0,-1 2 0,0 5 0,0 5 0,0 7 0,1 2 0,1 6 0,3 1 0,0 4 0,-2-1 0,2 1 0,0 0 0,0 1 0,1-3 0,3 2 0,-2-4 0,-1-1 0,0-6 0,4-1 0,-1-5 0,0-8 0,0-5 0,1-5 0,-1-4 0,-1-1 0,-1-2 0,0-1 0,0 2 0,-2-3 0,0 1 0,0 2 0,0 0 0,-2 6 0,0 1 0,-2 3 0,-1 1 0,0 5 0,0 4 0,0 5 0,0 7 0,0 4 0,0 1 0,1 2 0,1 0 0,1 2 0,-1 1 0,2 2 0,0-2 0,1-2 0,3-4 0,0 0 0,1-3 0,0-3 0,1-3 0,0-4 0,1-6 0,2-5 0,-2-6 0,2-6 0,0-8 0,-2 0 0,-1 1 0,0-4 0,-2 0 0,-1 3 0,-1 5 0,-4 3 0,1 7 0,-1 8 0,-2 10 0,0 11 0,0 5 0,0 7 0,1 3 0,1-1 0,1-1 0,4-5 0,-1-3 0,3-2 0,4-4 0,1-2 0,6-7 0,1-4 0,4-4 0,0-7 0,3-7 0,-2-1 0,6-2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8:09.5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 0 8661,'0'9'0,"0"1"0,-1-2 0,-1-1 0,-1-1 0,0 1 0,3 2 0,0 0 0,0-4 0,1-1 0,2-4 0,-2-4 0,2-2 0,-2-2 0,-1-1 0,0 3 0,0 2 0,0 5 0,0 2 0,0-2 0,0 4 0,0-4 0,0 2 0,0 2 0,1 4 0,3 0 0,-3 1 0,2-1 0,-2 1 0,-1 3 0,0 1 0,0 6 0,0 1 0,0 4 0,0 3 0,0 4 0,0 5 0,0 5 0,-1 12 0,-1 6 0,-2 6 0,-2 5 0,1 5 0,-2 0 0,2-2 0,1-5 0,1-13 0,3-7 0,0-10 0,4-20 0,2-17 0,1-16 0,-1-11 0,-1-13 0,-2-8 0,0-6 0,-1-2 0,-1-6 0,-5 3 0,-2-2 0</inkml:trace>
  <inkml:trace contextRef="#ctx0" brushRef="#br0" timeOffset="401">19 19 8661,'5'4'0,"-2"2"0,4 1 0,1 1 0,3-2 0,6 0 0,-2 3 0,3 0 0,0 1 0,1-1 0,-1 0 0,0 2 0,-3 1 0,-4-2 0,-6 4 0,-1-2 0,-2 0 0,-2 8 0,-4-1 0,-4 0 0,-4 1 0,-5-2 0,-1 2 0,-2-1 0,-1 0 0,2 2 0,4-7 0,3 2 0,1-1 0,3-4 0,2 2 0,3-3 0,9-1 0,3 0 0,3-2 0,1-1 0,-2-3 0,4 3 0,-2 2 0,-1 0 0,-2 1 0,-1 0 0,-1 2 0,-1 1 0,0 2 0,-4 6 0,-1 1 0,-1 0 0,-2 5 0,-2-1 0,-3 2 0,-3 0 0,0 4 0,-1 0 0,-2-1 0,0-1 0,-3-2 0,1-1 0,1-3 0,-1 0 0,2-8 0,3-7 0,-1-3 0,5-6 0,2-6 0,2-5 0,1-3 0,4-4 0,2-2 0,7-3 0,1-4 0</inkml:trace>
  <inkml:trace contextRef="#ctx0" brushRef="#br0" timeOffset="1019">353 483 8661,'1'15'0,"1"2"0,1-1 0,0 2 0,-6 0 0,-1 3 0,0 1 0,0-2 0,-2 0 0,3-2 0,1 1 0,1-1 0,1-2 0,0-2 0,0 0 0,0-3 0,0-4 0,0 0 0,0-6 0,0-1 0,0-6 0,1-3 0,1-2 0,2-3 0,1 0 0,-2-2 0,3-2 0,2 0 0,0 3 0,-2-3 0,0 3 0,2-3 0,4 0 0,-2 0 0,2 2 0,-1 0 0,-2 4 0,1-2 0,2 0 0,0 3 0,-1 0 0,0 6 0,-2 2 0,0 2 0,1 1 0,-4 1 0,-1 2 0,-1 4 0,-2 1 0,-1 1 0,-1 0 0,0 1 0,0-1 0,0 3 0,-1 1 0,-2-2 0,2-1 0,-3 0 0,1-1 0,0 0 0,-1-3 0,1 0 0,0 2 0,1 0 0,-2-2 0,1 0 0,1 2 0,-2 0 0,1 1 0,-1 0 0,1 1 0,2-1 0,-3 0 0,3 0 0,1 1 0,4-1 0,-1 0 0,0 1 0,1-1 0,-2 3 0,4 1 0,0-1 0,-1 1 0,4-2 0,-4 1 0,1-2 0,0 0 0,0-5 0,4-2 0,-1-2 0,0-1 0,-3-2 0,1-3 0,0-6 0,1-2 0,1-2 0,1-5 0,-2-1 0,-2 0 0,1-4 0,-4 2 0,-1 1 0,-1-1 0,-2 0 0,-2 3 0,-3-1 0,-2 3 0,-2 4 0,-2 5 0,-1 0 0,-2 3 0,4 2 0,-1 4 0,1 0 0,2 0 0,4 4 0,2 2 0,2 3 0,1 0 0,0 4 0,4-2 0,1 2 0</inkml:trace>
  <inkml:trace contextRef="#ctx0" brushRef="#br0" timeOffset="1453">771 613 8661,'4'14'0,"-3"-4"0,2-3 0,-2 0 0,-2 0 0,-2-1 0,2 2 0,-2-1 0,2 1 0,1 2 0,0 2 0,0 0 0,3 3 0,0-1 0,0 0 0,1 3 0,-2-4 0,3 1 0,0-1 0,-1-4 0,-1 1 0,3-6 0,-1-7 0,1-5 0,1-4 0,-2-7 0,3 0 0,-2-6 0,1-1 0,0-1 0,0 3 0,-3 0 0,0 1 0,0 3 0,2 0 0,-3 3 0,-1 1 0,-1 8 0,-1 9 0,0 7 0,0 7 0,2 6 0,0 5 0,1 4 0,4-1 0,-2 2 0,1-3 0,0-4 0,1 2 0,2-4 0,0-2 0,0 0 0,1-7 0,0-3 0,1-6 0,2-3 0,-1-6 0,-3-5 0,1-4 0,-1-4 0,-3-4 0,-1-3 0,0-1 0,1 1 0,-4 0 0,1 2 0,-2 0 0,-1 1 0,0 0 0,0 4 0,0 2 0,0 0 0,0 5 0,0-2 0,0 3 0</inkml:trace>
  <inkml:trace contextRef="#ctx0" brushRef="#br0" timeOffset="1783">1123 603 8661,'4'27'0,"-1"-2"0,0-3 0,-3-6 0,0-1 0,0-2 0,0 2 0,0-2 0,0-2 0,0-1 0,0 0 0,0-1 0,1 0 0,2 1 0,-1 0 0,3 1 0,0 3 0,0 0 0,-2-3 0,4 2 0,0-3 0,-2-5 0,1-2 0,-1-6 0,3-4 0,-3-4 0,-1-5 0,3-1 0,-2-2 0,1 1 0,1-1 0,-4 0 0,3 1 0,0-1 0,-1 1 0,2 0 0,-3 3 0,-1 2 0,1 3 0,-2 2 0,4 2 0,-4 3 0,1 6 0,-2 4 0,-1 4 0,3 4 0,0 4 0,-1 2 0,0 0 0,-1 2 0,1-2 0,2 0 0,1 0 0,-3-1 0,2-3 0,0 0 0,2-2 0,0-8 0,0 0 0,1-6 0,1-5 0,1-2 0,1-6 0,-1-3 0,0-3 0</inkml:trace>
  <inkml:trace contextRef="#ctx0" brushRef="#br0" timeOffset="1951">1448 659 8661,'6'3'0,"1"0"0,-5 4 0,1 0 0,-2 1 0,2 1 0,0 1 0,0 2 0,1 0 0,-3 4 0,3-2 0,-1 3 0,1 2 0,0 2 0,-2-3 0,1 1 0,-1-1 0,-1-3 0,-1-3 0,0-7 0,0-5 0,0-8 0,0-6 0</inkml:trace>
  <inkml:trace contextRef="#ctx0" brushRef="#br0" timeOffset="2100">1458 455 8661,'0'9'0,"1"-1"0,2-1 0,-1 0 0,3-3 0,0 1 0,0 2 0,4 1 0,4-2 0,-1-2 0,2 0 0,-1-3 0,4 2 0,-3-2 0,-1-1 0,0 4 0,-4 1 0</inkml:trace>
  <inkml:trace contextRef="#ctx0" brushRef="#br0" timeOffset="2384">1634 566 8661,'4'10'0,"-2"-1"0,3 0 0,-1 0 0,-2 1 0,-1-1 0,-1 0 0,0 1 0,0-1 0,-3 0 0,-1 0 0,-1 1 0,2-1 0,-2 0 0,1 0 0,2 1 0,1 2 0,1 0 0,0 0 0,0-2 0,0 3 0,1-1 0,2-2 0,3-3 0,2 2 0,1-4 0,1 0 0,-1-2 0,1-3 0,2-3 0,0-3 0,-1-2 0,0-6 0,-2-1 0,-1-3 0,-2 0 0,2-1 0,-5 1 0,-1 3 0,-1 3 0,-1 1 0,0 2 0,0 0 0,0 5 0,0 4 0,3 5 0,0 6 0,-1 3 0,-1 0 0,0 0 0,1 3 0,2-3 0,1 0 0,-1-2 0,2-3 0,0 1 0,-1-1 0,3-4 0,2 3 0,4-2 0</inkml:trace>
  <inkml:trace contextRef="#ctx0" brushRef="#br0" timeOffset="2670">1903 650 8661,'4'9'0,"-3"0"0,2 1 0,-2-1 0,-1 0 0,0 0 0,0 1 0,4-2 0,2-1 0,0-1 0,0 2 0,0 0 0,3 0 0,2-1 0,1 0 0,-2-2 0,3 1 0,-3-3 0,-1-2 0,-2-1 0,-1 0 0,1 0 0,0-1 0,-1-2 0,-2-3 0,1-3 0,-3 0 0,3 0 0,0 0 0,0-1 0,-2 2 0,2 1 0,0 2 0,1 1 0,-3-3 0,3 4 0,1 1 0,-2 1 0,1 2 0,2 2 0,0 3 0,-2 3 0,0 1 0,2 1 0,0 2 0,1 2 0,0-1 0,1 0 0,-1 3 0,-3-1 0,-1 0 0,-1-4 0,4-2 0,-3-1 0</inkml:trace>
  <inkml:trace contextRef="#ctx0" brushRef="#br0" timeOffset="3801">2924 557 8661,'0'26'0,"0"0"0,0-1 0,0-2 0,-3-1 0,0-2 0,0 2 0,2-1 0,1-2 0,0-1 0,0-2 0,0 0 0,4-5 0,0 1 0,1-1 0,2-2 0,-2-4 0,1-2 0,2-2 0,-4-5 0,0-2 0,0-3 0,2-4 0,-1 2 0,2-5 0,0 1 0,1 1 0,1-4 0,1 3 0,-1-3 0,0-1 0,0 1 0,1 0 0,-1 2 0,0 0 0,0 1 0,0-3 0,-2 4 0,-1 5 0,-4 1 0,1 8 0,-2 7 0,-1 8 0,0 4 0,0 2 0,0 6 0,0 4 0,0-1 0,0-1 0,0-2 0,1-3 0,2-1 0,4 0 0,0-8 0,0 0 0,0-7 0,4-5 0,-2-7 0,3-5 0,0-6 0,0-2 0,-2-5 0,3-1 0,-2 0 0,1-3 0,-1 0 0,0 1 0,-3 4 0,-2 1 0,-2 6 0,2 1 0,-4 8 0,1 5 0,-2 5 0,-4 4 0,0 0 0,0 1 0,-1 2 0,2 0 0,-1 2 0,2 1 0,1-1 0,0-2 0,1 3 0,1-2 0,2-1 0,3 1 0,-1-1 0,2 0 0,1-2 0,5-1 0,0 0 0,2-3 0,-1-3 0,0-7 0,1-5 0,-1-5 0,-2 0 0,-1-4 0,-2 3 0,-1-3 0,0 0 0,1 2 0,-2 2 0,-1 1 0,-1 5 0,-4-1 0,1 3 0,-2-3 0,-2 4 0,-2 2 0,-3 2 0,-2 0 0,-1-1 0,-1-1 0,1 1 0,0 5 0,-1 4 0,2 3 0,2 3 0,-1 3 0,4 0 0,1 1 0,1 2 0,2-3 0,2 2 0,4 0 0,4-1 0,4 0 0,3-4 0,2-2 0,1-1 0,-1-4 0,2-4 0,-3-5 0,0-7 0,-5-3 0,-1-6 0,-4 1 0,-3-1 0,1-2 0,-4-2 0,0-1 0,-2-2 0,-6 4 0,-1 0 0,-2 3 0,-1 0 0,0 5 0,2 2 0,1 5 0,1 4 0,-1 6 0,2 10 0,4 7 0</inkml:trace>
  <inkml:trace contextRef="#ctx0" brushRef="#br0" timeOffset="4150">3787 715 8661,'3'18'0,"0"0"0,-2-3 0,-3-2 0,1-6 0,-2-1 0,3-4 0,3 1 0,3-3 0,2-3 0,6-2 0,1-5 0,3-3 0,0-2 0,-2-3 0,-2-1 0,0-2 0,-3-1 0,-1 0 0,-2 1 0,-1-1 0,-4 2 0,1 0 0,-1 3 0,-1 0 0,-1 2 0,-1 3 0,0 0 0,0 2 0,0 6 0,0 4 0,0 8 0,0 8 0,0 5 0,0 4 0,1 3 0,2 1 0,3 3 0,3 1 0,-2 1 0,1 4 0,2-1 0,1 0 0,3-4 0,1-3 0,0-5 0,1-3 0,-1-4 0,4-6 0,-2-7 0,-1-6 0,-3-8 0,-5-8 0,-2-3 0,-3-5 0,-2-2 0,-1-1 0</inkml:trace>
  <inkml:trace contextRef="#ctx0" brushRef="#br0" timeOffset="4300">3842 566 8661,'0'13'0,"1"-1"0,2-1 0,0 0 0,4-5 0,-1 0 0,2 0 0,2-1 0,3 0 0,2-5 0,3 0 0,1 0 0,3 0 0,3 0 0,2 0 0,1 0 0,-5 0 0,4-5 0,-3 0 0</inkml:trace>
  <inkml:trace contextRef="#ctx0" brushRef="#br0" timeOffset="4449">4204 603 8661,'0'10'0,"0"-1"0,0 0 0,0 4 0,0-1 0,0-1 0,0 0 0,0-2 0,0 1 0,0 2 0,0 0 0,0 4 0,0 0 0,1 1 0,2 2 0,3 0 0,2-1 0,-1 0 0,-1-3 0,0-3 0,4-5 0,-1-7 0,-4-10 0,-1-4 0</inkml:trace>
  <inkml:trace contextRef="#ctx0" brushRef="#br0" timeOffset="4566">4204 418 8661,'0'-5'0,"1"1"0,2 4 0,4 0 0,2 0 0,2 1 0,2 2 0,7 2 0,0 4 0</inkml:trace>
  <inkml:trace contextRef="#ctx0" brushRef="#br0" timeOffset="4818">4390 566 8661,'0'14'0,"0"-1"0,0 4 0,0-3 0,0-1 0,0 0 0,0-4 0,1 0 0,2 1 0,-2-1 0,3 0 0,0 0 0,3 1 0,-2 0 0,1 2 0,1 4 0,1 1 0,2 2 0,-1 0 0,0 0 0,0 3 0,1-3 0,-1 2 0,-1-5 0,-2-3 0,3-7 0,-3-3 0,2-2 0,0-9 0,-1-5 0,-3-7 0,0-5 0,-3-1 0,2 1 0,-2 1 0,-1 1 0,-1-2 0,-1 3 0,-1-1 0,1 0 0,-2 2 0,-1 2 0,1 2 0,0 1 0,-3 1 0,1 5 0,-2-1 0,-2 6 0</inkml:trace>
  <inkml:trace contextRef="#ctx0" brushRef="#br0" timeOffset="5137">4678 668 8661,'-6'0'0,"2"1"0,5 2 0,1 4 0,2 1 0,3 2 0,-1 2 0,2 1 0,1 1 0,1 2 0,-1 2 0,-1 1 0,-2 0 0,3-4 0,-4-1 0,1 0 0,0-3 0,0-5 0,4-4 0,-1-4 0,-3-7 0,0-6 0,2-3 0,0 0 0,-2-4 0,0 0 0,0 2 0,0 0 0,2 2 0,-3 3 0,1 4 0,0 3 0,0 4 0,3 5 0,-2 3 0,-1 6 0,0 3 0,4 7 0,-1 1 0,0 4 0,-3 2 0,1 0 0,-1-1 0,-1-2 0,2-4 0,-3-2 0,1-4 0,2 0 0,2 1 0</inkml:trace>
  <inkml:trace contextRef="#ctx0" brushRef="#br0" timeOffset="5468">5151 344 8661,'13'14'0,"3"4"0,1 2 0,-2 6 0,-2-1 0,1 4 0,1 5 0,1 3 0,0 8 0,-4-1 0,-1 1 0,-3 1 0,-2-4 0,-3 3 0,-2 2 0,-2 1 0,-3-4 0,-6-3 0,-8-3 0,-9-5 0,-7-12 0,-2-9 0,-1 3 0,0-5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3:08:08.3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37 205 8661,'-1'19'0,"-1"-1"0,-2 0 0,2-3 0,1-1 0,1-2 0,0 1 0,0 2 0,0-3 0,0 4 0,0-1 0,0 0 0,0 2 0,0-1 0,0 0 0,0 0 0,3 0 0,1-4 0,-2 0 0,-1-2 0,-1-5 0,0-1 0</inkml:trace>
  <inkml:trace contextRef="#ctx0" brushRef="#br0" timeOffset="148">9 1 8661,'0'9'0,"-3"1"0,0-1 0,1 0 0,5-1 0,3-1 0,2-3 0,1 0 0,2-2 0,0 3 0,1 0 0,0 0 0,2 2 0,1 2 0</inkml:trace>
  <inkml:trace contextRef="#ctx0" brushRef="#br0" timeOffset="400">167 177 8661,'8'19'0,"-2"-1"0,-3 2 0,-2 2 0,0-2 0,1 4 0,1-1 0,-1-3 0,-1 0 0,-1-3 0,1 0 0,3-2 0,-2-6 0,4-1 0,1-3 0,-2 1 0,1-3 0,2-1 0,-1-2 0,-1-3 0,-2-3 0,0-2 0,0-1 0,2-2 0,-1 0 0,-1-1 0,-2-4 0,4 3 0,0-1 0,-1 1 0,4-3 0,-3 4 0,2 1 0,1 0 0,1 3 0,-1 2 0,0 3 0,-1 4 0,0 4 0,-2 6 0,1 6 0,0 0 0,0 9 0,0 3 0,0 4 0,0 2 0,0-2 0,-1-4 0,2-3 0,0-10 0,1 0 0,5-1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60B2F-9A34-7442-B4BB-296D02D3E4FF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591EA-812E-9043-9350-61D7EADB6933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9576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591EA-812E-9043-9350-61D7EADB6933}" type="slidenum">
              <a:rPr lang="en-US" altLang="zh-TW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023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691281-C69E-7B96-120F-62D4B55F7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103F4BF-4C0E-5C14-6F4B-9B8A81328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539991-1B28-8619-1BA3-D77E35AD3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0154F1-688D-BC6E-B7EB-E96303DC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9BE124-1668-D085-5E6F-DDFCAAD0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27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8BCC5-B85D-6EF9-154E-84065A5B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823ED4-ADD6-61AD-50A4-F49DD2BE1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077479-2252-F514-FFB4-7417EF08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A2E6B4-B819-8539-C5E7-6E14671D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B899B0-C3C9-8834-BAE4-4D00B98B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72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496C60-477D-46F2-8FE2-DCD919CE8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E9DB4E-12AB-F06C-6E53-324BED054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7FA9DE-7558-A177-405E-FFC8A52FA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3E5EE3-BF67-CB10-490B-6C0A62F4F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6559F0-4993-62A5-AB5D-FED3616E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48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6755D6-D210-2BED-4B0A-E707F48E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702C1C-1DC4-A179-5988-566FAECE4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DC77EA-E614-F924-8848-CB4D17264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A03114-9FFB-E928-E5AA-B47E5175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79F327-59A2-1881-06F6-396C428F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8F752D-FA42-2294-7E9F-3CCABEA7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49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8F827-3CD7-FE91-11BE-F85FC5B0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ED8183-3AD5-608E-890E-3BFFA820B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048A1D-3D15-54E0-1888-61ABA6407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1B5E461-795E-ECC0-B24F-1AEB7EAD5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BF37EB8-A403-A8F7-9890-ECE8C95DB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5F87C44-1792-27AF-2DBE-EE50AC43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9E6C2FA-9502-C644-7EDC-71F5A535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FA03636-DDFB-2043-8F9A-D1F26A05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96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B979A-D787-6D61-E2FA-3F3EDA489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D6AB3F1-08E4-A7F5-3EB9-522148D3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61FC8CA-8D01-0ACE-1D7B-E8D039A22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66461F-DC42-4236-249D-E84F969E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841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C59B8B-F62F-EFDD-4382-20027661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EC79EF9-CB3C-777A-EAFC-295486EE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43101B-B1A0-58AA-6DF9-F99EA0BF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15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B8D709-6CBB-A4A2-BBD3-C6F4EB46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0ADCDC-C4FB-6390-4D7C-B7242A871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3DA536A-441E-6038-4D77-A35BE1398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FC38A6-C36E-7347-F3C6-DA1D6B16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9C6027-D761-6DB1-96E6-13D9BE47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D15CF8-B448-3837-46C5-C51B6CBD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23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B520A8-26CD-49FB-4BF8-2803D846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ABAE50E-39BD-0504-A580-69508CC38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94DC4A-4293-8EC0-512E-4E9EEAAAC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CCF77A-87C4-B2EC-0D01-A6E75B2C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9CA0CE-EFAD-7975-80D0-4DDAF074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3951AE-C931-61E3-142C-76801527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01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067602-E11E-4803-BC44-884722E8D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C4EC94F-470F-8CCB-9295-B0569C9DA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E74452-8786-52A9-CE4E-23BE41E53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DA9537-63B0-E7D1-AC4B-E523802A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26F027-4A0A-977B-A56D-9CE4DF30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19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61D8884-A3D3-2DCE-FA26-BE45F86C4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F274EA1-5E07-FF86-02BC-16F7E9BE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D3B2DA-B2BD-C554-8E16-0B078144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3A3B4D-6646-137B-F5B1-B4C7DB1C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351D2-C855-4660-6A37-98DC770A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12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D682631-5453-59B5-C465-792CB86D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E1B67C-DD7D-38F1-E8B3-33E8EE10A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80398-FF4B-EDDC-3FCE-CFA05E392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C1C9A-75E0-0548-8C7A-2A58AD0FA9C2}" type="datetimeFigureOut">
              <a:rPr lang="en-US" altLang="zh-TW" smtClean="0"/>
              <a:t>10/21/26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EE51F6-7EA3-E430-F31F-81B6C088E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5B1A4-9D74-2D10-1E49-CC6DF8E1A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DC951-1F0E-D84D-A223-A9C47B212C58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215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atial-gradient-engine.karmaisbanana123.chatgpt.sit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.png"/><Relationship Id="rId21" Type="http://schemas.openxmlformats.org/officeDocument/2006/relationships/image" Target="../media/image36.png"/><Relationship Id="rId63" Type="http://schemas.openxmlformats.org/officeDocument/2006/relationships/image" Target="../media/image57.png"/><Relationship Id="rId159" Type="http://schemas.openxmlformats.org/officeDocument/2006/relationships/image" Target="../media/image105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810.png"/><Relationship Id="rId181" Type="http://schemas.openxmlformats.org/officeDocument/2006/relationships/image" Target="../media/image116.png"/><Relationship Id="rId237" Type="http://schemas.openxmlformats.org/officeDocument/2006/relationships/image" Target="../media/image144.png"/><Relationship Id="rId258" Type="http://schemas.openxmlformats.org/officeDocument/2006/relationships/customXml" Target="../ink/ink129.xml"/><Relationship Id="rId279" Type="http://schemas.openxmlformats.org/officeDocument/2006/relationships/image" Target="../media/image165.png"/><Relationship Id="rId22" Type="http://schemas.openxmlformats.org/officeDocument/2006/relationships/customXml" Target="../ink/ink11.xml"/><Relationship Id="rId43" Type="http://schemas.openxmlformats.org/officeDocument/2006/relationships/image" Target="../media/image47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95.png"/><Relationship Id="rId85" Type="http://schemas.openxmlformats.org/officeDocument/2006/relationships/image" Target="../media/image68.png"/><Relationship Id="rId150" Type="http://schemas.openxmlformats.org/officeDocument/2006/relationships/customXml" Target="../ink/ink75.xml"/><Relationship Id="rId171" Type="http://schemas.openxmlformats.org/officeDocument/2006/relationships/image" Target="../media/image111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39.png"/><Relationship Id="rId248" Type="http://schemas.openxmlformats.org/officeDocument/2006/relationships/customXml" Target="../ink/ink124.xml"/><Relationship Id="rId269" Type="http://schemas.openxmlformats.org/officeDocument/2006/relationships/image" Target="../media/image160.png"/><Relationship Id="rId12" Type="http://schemas.openxmlformats.org/officeDocument/2006/relationships/customXml" Target="../ink/ink6.xml"/><Relationship Id="rId33" Type="http://schemas.openxmlformats.org/officeDocument/2006/relationships/image" Target="../media/image42.png"/><Relationship Id="rId108" Type="http://schemas.openxmlformats.org/officeDocument/2006/relationships/customXml" Target="../ink/ink54.xml"/><Relationship Id="rId129" Type="http://schemas.openxmlformats.org/officeDocument/2006/relationships/image" Target="../media/image90.png"/><Relationship Id="rId54" Type="http://schemas.openxmlformats.org/officeDocument/2006/relationships/customXml" Target="../ink/ink27.xml"/><Relationship Id="rId75" Type="http://schemas.openxmlformats.org/officeDocument/2006/relationships/image" Target="../media/image63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106.png"/><Relationship Id="rId182" Type="http://schemas.openxmlformats.org/officeDocument/2006/relationships/customXml" Target="../ink/ink91.xml"/><Relationship Id="rId217" Type="http://schemas.openxmlformats.org/officeDocument/2006/relationships/image" Target="../media/image134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55.png"/><Relationship Id="rId23" Type="http://schemas.openxmlformats.org/officeDocument/2006/relationships/image" Target="../media/image37.png"/><Relationship Id="rId119" Type="http://schemas.openxmlformats.org/officeDocument/2006/relationships/image" Target="../media/image85.png"/><Relationship Id="rId270" Type="http://schemas.openxmlformats.org/officeDocument/2006/relationships/customXml" Target="../ink/ink135.xml"/><Relationship Id="rId44" Type="http://schemas.openxmlformats.org/officeDocument/2006/relationships/customXml" Target="../ink/ink22.xml"/><Relationship Id="rId65" Type="http://schemas.openxmlformats.org/officeDocument/2006/relationships/image" Target="../media/image58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101.png"/><Relationship Id="rId172" Type="http://schemas.openxmlformats.org/officeDocument/2006/relationships/customXml" Target="../ink/ink86.xml"/><Relationship Id="rId193" Type="http://schemas.openxmlformats.org/officeDocument/2006/relationships/image" Target="../media/image122.png"/><Relationship Id="rId207" Type="http://schemas.openxmlformats.org/officeDocument/2006/relationships/image" Target="../media/image129.png"/><Relationship Id="rId228" Type="http://schemas.openxmlformats.org/officeDocument/2006/relationships/customXml" Target="../ink/ink114.xml"/><Relationship Id="rId249" Type="http://schemas.openxmlformats.org/officeDocument/2006/relationships/image" Target="../media/image150.png"/><Relationship Id="rId13" Type="http://schemas.openxmlformats.org/officeDocument/2006/relationships/image" Target="../media/image32.png"/><Relationship Id="rId109" Type="http://schemas.openxmlformats.org/officeDocument/2006/relationships/image" Target="../media/image80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53.png"/><Relationship Id="rId76" Type="http://schemas.openxmlformats.org/officeDocument/2006/relationships/customXml" Target="../ink/ink38.xml"/><Relationship Id="rId97" Type="http://schemas.openxmlformats.org/officeDocument/2006/relationships/image" Target="../media/image74.png"/><Relationship Id="rId120" Type="http://schemas.openxmlformats.org/officeDocument/2006/relationships/customXml" Target="../ink/ink60.xml"/><Relationship Id="rId141" Type="http://schemas.openxmlformats.org/officeDocument/2006/relationships/image" Target="../media/image96.png"/><Relationship Id="rId7" Type="http://schemas.openxmlformats.org/officeDocument/2006/relationships/image" Target="../media/image29.png"/><Relationship Id="rId162" Type="http://schemas.openxmlformats.org/officeDocument/2006/relationships/customXml" Target="../ink/ink81.xml"/><Relationship Id="rId183" Type="http://schemas.openxmlformats.org/officeDocument/2006/relationships/image" Target="../media/image117.png"/><Relationship Id="rId218" Type="http://schemas.openxmlformats.org/officeDocument/2006/relationships/customXml" Target="../ink/ink109.xml"/><Relationship Id="rId239" Type="http://schemas.openxmlformats.org/officeDocument/2006/relationships/image" Target="../media/image145.png"/><Relationship Id="rId250" Type="http://schemas.openxmlformats.org/officeDocument/2006/relationships/customXml" Target="../ink/ink125.xml"/><Relationship Id="rId271" Type="http://schemas.openxmlformats.org/officeDocument/2006/relationships/image" Target="../media/image161.png"/><Relationship Id="rId24" Type="http://schemas.openxmlformats.org/officeDocument/2006/relationships/customXml" Target="../ink/ink12.xml"/><Relationship Id="rId45" Type="http://schemas.openxmlformats.org/officeDocument/2006/relationships/image" Target="../media/image48.png"/><Relationship Id="rId66" Type="http://schemas.openxmlformats.org/officeDocument/2006/relationships/customXml" Target="../ink/ink33.xml"/><Relationship Id="rId87" Type="http://schemas.openxmlformats.org/officeDocument/2006/relationships/image" Target="../media/image69.png"/><Relationship Id="rId110" Type="http://schemas.openxmlformats.org/officeDocument/2006/relationships/customXml" Target="../ink/ink55.xml"/><Relationship Id="rId131" Type="http://schemas.openxmlformats.org/officeDocument/2006/relationships/image" Target="../media/image91.png"/><Relationship Id="rId152" Type="http://schemas.openxmlformats.org/officeDocument/2006/relationships/customXml" Target="../ink/ink76.xml"/><Relationship Id="rId173" Type="http://schemas.openxmlformats.org/officeDocument/2006/relationships/image" Target="../media/image112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40.png"/><Relationship Id="rId240" Type="http://schemas.openxmlformats.org/officeDocument/2006/relationships/customXml" Target="../ink/ink120.xml"/><Relationship Id="rId261" Type="http://schemas.openxmlformats.org/officeDocument/2006/relationships/image" Target="../media/image156.png"/><Relationship Id="rId14" Type="http://schemas.openxmlformats.org/officeDocument/2006/relationships/customXml" Target="../ink/ink7.xml"/><Relationship Id="rId35" Type="http://schemas.openxmlformats.org/officeDocument/2006/relationships/image" Target="../media/image43.png"/><Relationship Id="rId56" Type="http://schemas.openxmlformats.org/officeDocument/2006/relationships/customXml" Target="../ink/ink28.xml"/><Relationship Id="rId77" Type="http://schemas.openxmlformats.org/officeDocument/2006/relationships/image" Target="../media/image64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86.png"/><Relationship Id="rId142" Type="http://schemas.openxmlformats.org/officeDocument/2006/relationships/customXml" Target="../ink/ink71.xml"/><Relationship Id="rId163" Type="http://schemas.openxmlformats.org/officeDocument/2006/relationships/image" Target="../media/image107.png"/><Relationship Id="rId184" Type="http://schemas.openxmlformats.org/officeDocument/2006/relationships/customXml" Target="../ink/ink92.xml"/><Relationship Id="rId219" Type="http://schemas.openxmlformats.org/officeDocument/2006/relationships/image" Target="../media/image135.png"/><Relationship Id="rId230" Type="http://schemas.openxmlformats.org/officeDocument/2006/relationships/customXml" Target="../ink/ink115.xml"/><Relationship Id="rId251" Type="http://schemas.openxmlformats.org/officeDocument/2006/relationships/image" Target="../media/image151.png"/><Relationship Id="rId25" Type="http://schemas.openxmlformats.org/officeDocument/2006/relationships/image" Target="../media/image38.png"/><Relationship Id="rId46" Type="http://schemas.openxmlformats.org/officeDocument/2006/relationships/customXml" Target="../ink/ink23.xml"/><Relationship Id="rId67" Type="http://schemas.openxmlformats.org/officeDocument/2006/relationships/image" Target="../media/image59.png"/><Relationship Id="rId272" Type="http://schemas.openxmlformats.org/officeDocument/2006/relationships/customXml" Target="../ink/ink136.xml"/><Relationship Id="rId88" Type="http://schemas.openxmlformats.org/officeDocument/2006/relationships/customXml" Target="../ink/ink44.xml"/><Relationship Id="rId111" Type="http://schemas.openxmlformats.org/officeDocument/2006/relationships/image" Target="../media/image81.png"/><Relationship Id="rId132" Type="http://schemas.openxmlformats.org/officeDocument/2006/relationships/customXml" Target="../ink/ink66.xml"/><Relationship Id="rId153" Type="http://schemas.openxmlformats.org/officeDocument/2006/relationships/image" Target="../media/image102.png"/><Relationship Id="rId174" Type="http://schemas.openxmlformats.org/officeDocument/2006/relationships/customXml" Target="../ink/ink87.xml"/><Relationship Id="rId195" Type="http://schemas.openxmlformats.org/officeDocument/2006/relationships/image" Target="../media/image123.png"/><Relationship Id="rId209" Type="http://schemas.openxmlformats.org/officeDocument/2006/relationships/image" Target="../media/image130.png"/><Relationship Id="rId220" Type="http://schemas.openxmlformats.org/officeDocument/2006/relationships/customXml" Target="../ink/ink110.xml"/><Relationship Id="rId241" Type="http://schemas.openxmlformats.org/officeDocument/2006/relationships/image" Target="../media/image146.png"/><Relationship Id="rId15" Type="http://schemas.openxmlformats.org/officeDocument/2006/relationships/image" Target="../media/image33.png"/><Relationship Id="rId36" Type="http://schemas.openxmlformats.org/officeDocument/2006/relationships/customXml" Target="../ink/ink18.xml"/><Relationship Id="rId57" Type="http://schemas.openxmlformats.org/officeDocument/2006/relationships/image" Target="../media/image54.png"/><Relationship Id="rId262" Type="http://schemas.openxmlformats.org/officeDocument/2006/relationships/customXml" Target="../ink/ink131.xml"/><Relationship Id="rId78" Type="http://schemas.openxmlformats.org/officeDocument/2006/relationships/customXml" Target="../ink/ink39.xml"/><Relationship Id="rId99" Type="http://schemas.openxmlformats.org/officeDocument/2006/relationships/image" Target="../media/image75.png"/><Relationship Id="rId101" Type="http://schemas.openxmlformats.org/officeDocument/2006/relationships/image" Target="../media/image76.png"/><Relationship Id="rId122" Type="http://schemas.openxmlformats.org/officeDocument/2006/relationships/customXml" Target="../ink/ink61.xml"/><Relationship Id="rId143" Type="http://schemas.openxmlformats.org/officeDocument/2006/relationships/image" Target="../media/image97.png"/><Relationship Id="rId164" Type="http://schemas.openxmlformats.org/officeDocument/2006/relationships/customXml" Target="../ink/ink82.xml"/><Relationship Id="rId185" Type="http://schemas.openxmlformats.org/officeDocument/2006/relationships/image" Target="../media/image118.png"/><Relationship Id="rId9" Type="http://schemas.openxmlformats.org/officeDocument/2006/relationships/image" Target="../media/image30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41.png"/><Relationship Id="rId252" Type="http://schemas.openxmlformats.org/officeDocument/2006/relationships/customXml" Target="../ink/ink126.xml"/><Relationship Id="rId273" Type="http://schemas.openxmlformats.org/officeDocument/2006/relationships/image" Target="../media/image162.png"/><Relationship Id="rId47" Type="http://schemas.openxmlformats.org/officeDocument/2006/relationships/image" Target="../media/image49.png"/><Relationship Id="rId68" Type="http://schemas.openxmlformats.org/officeDocument/2006/relationships/customXml" Target="../ink/ink34.xml"/><Relationship Id="rId89" Type="http://schemas.openxmlformats.org/officeDocument/2006/relationships/image" Target="../media/image70.png"/><Relationship Id="rId112" Type="http://schemas.openxmlformats.org/officeDocument/2006/relationships/customXml" Target="../ink/ink56.xml"/><Relationship Id="rId133" Type="http://schemas.openxmlformats.org/officeDocument/2006/relationships/image" Target="../media/image92.png"/><Relationship Id="rId154" Type="http://schemas.openxmlformats.org/officeDocument/2006/relationships/customXml" Target="../ink/ink77.xml"/><Relationship Id="rId175" Type="http://schemas.openxmlformats.org/officeDocument/2006/relationships/image" Target="../media/image113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36.png"/><Relationship Id="rId242" Type="http://schemas.openxmlformats.org/officeDocument/2006/relationships/customXml" Target="../ink/ink121.xml"/><Relationship Id="rId263" Type="http://schemas.openxmlformats.org/officeDocument/2006/relationships/image" Target="../media/image157.png"/><Relationship Id="rId37" Type="http://schemas.openxmlformats.org/officeDocument/2006/relationships/image" Target="../media/image44.png"/><Relationship Id="rId58" Type="http://schemas.openxmlformats.org/officeDocument/2006/relationships/customXml" Target="../ink/ink29.xml"/><Relationship Id="rId79" Type="http://schemas.openxmlformats.org/officeDocument/2006/relationships/image" Target="../media/image65.png"/><Relationship Id="rId102" Type="http://schemas.openxmlformats.org/officeDocument/2006/relationships/customXml" Target="../ink/ink51.xml"/><Relationship Id="rId123" Type="http://schemas.openxmlformats.org/officeDocument/2006/relationships/image" Target="../media/image87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108.png"/><Relationship Id="rId186" Type="http://schemas.openxmlformats.org/officeDocument/2006/relationships/customXml" Target="../ink/ink93.xml"/><Relationship Id="rId211" Type="http://schemas.openxmlformats.org/officeDocument/2006/relationships/image" Target="../media/image131.png"/><Relationship Id="rId232" Type="http://schemas.openxmlformats.org/officeDocument/2006/relationships/customXml" Target="../ink/ink116.xml"/><Relationship Id="rId253" Type="http://schemas.openxmlformats.org/officeDocument/2006/relationships/image" Target="../media/image152.png"/><Relationship Id="rId274" Type="http://schemas.openxmlformats.org/officeDocument/2006/relationships/customXml" Target="../ink/ink137.xml"/><Relationship Id="rId27" Type="http://schemas.openxmlformats.org/officeDocument/2006/relationships/image" Target="../media/image39.png"/><Relationship Id="rId48" Type="http://schemas.openxmlformats.org/officeDocument/2006/relationships/customXml" Target="../ink/ink24.xml"/><Relationship Id="rId69" Type="http://schemas.openxmlformats.org/officeDocument/2006/relationships/image" Target="../media/image60.png"/><Relationship Id="rId113" Type="http://schemas.openxmlformats.org/officeDocument/2006/relationships/image" Target="../media/image82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103.png"/><Relationship Id="rId176" Type="http://schemas.openxmlformats.org/officeDocument/2006/relationships/customXml" Target="../ink/ink88.xml"/><Relationship Id="rId197" Type="http://schemas.openxmlformats.org/officeDocument/2006/relationships/image" Target="../media/image124.png"/><Relationship Id="rId201" Type="http://schemas.openxmlformats.org/officeDocument/2006/relationships/image" Target="../media/image126.png"/><Relationship Id="rId222" Type="http://schemas.openxmlformats.org/officeDocument/2006/relationships/customXml" Target="../ink/ink111.xml"/><Relationship Id="rId243" Type="http://schemas.openxmlformats.org/officeDocument/2006/relationships/image" Target="../media/image147.png"/><Relationship Id="rId264" Type="http://schemas.openxmlformats.org/officeDocument/2006/relationships/customXml" Target="../ink/ink132.xml"/><Relationship Id="rId17" Type="http://schemas.openxmlformats.org/officeDocument/2006/relationships/image" Target="../media/image34.png"/><Relationship Id="rId38" Type="http://schemas.openxmlformats.org/officeDocument/2006/relationships/customXml" Target="../ink/ink19.xml"/><Relationship Id="rId59" Type="http://schemas.openxmlformats.org/officeDocument/2006/relationships/image" Target="../media/image55.png"/><Relationship Id="rId103" Type="http://schemas.openxmlformats.org/officeDocument/2006/relationships/image" Target="../media/image77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71.png"/><Relationship Id="rId145" Type="http://schemas.openxmlformats.org/officeDocument/2006/relationships/image" Target="../media/image98.png"/><Relationship Id="rId166" Type="http://schemas.openxmlformats.org/officeDocument/2006/relationships/customXml" Target="../ink/ink83.xml"/><Relationship Id="rId187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42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50.png"/><Relationship Id="rId114" Type="http://schemas.openxmlformats.org/officeDocument/2006/relationships/customXml" Target="../ink/ink57.xml"/><Relationship Id="rId275" Type="http://schemas.openxmlformats.org/officeDocument/2006/relationships/image" Target="../media/image163.png"/><Relationship Id="rId60" Type="http://schemas.openxmlformats.org/officeDocument/2006/relationships/customXml" Target="../ink/ink30.xml"/><Relationship Id="rId81" Type="http://schemas.openxmlformats.org/officeDocument/2006/relationships/image" Target="../media/image66.png"/><Relationship Id="rId135" Type="http://schemas.openxmlformats.org/officeDocument/2006/relationships/image" Target="../media/image93.png"/><Relationship Id="rId156" Type="http://schemas.openxmlformats.org/officeDocument/2006/relationships/customXml" Target="../ink/ink78.xml"/><Relationship Id="rId177" Type="http://schemas.openxmlformats.org/officeDocument/2006/relationships/image" Target="../media/image114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37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45.png"/><Relationship Id="rId265" Type="http://schemas.openxmlformats.org/officeDocument/2006/relationships/image" Target="../media/image158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88.png"/><Relationship Id="rId146" Type="http://schemas.openxmlformats.org/officeDocument/2006/relationships/customXml" Target="../ink/ink73.xml"/><Relationship Id="rId167" Type="http://schemas.openxmlformats.org/officeDocument/2006/relationships/image" Target="../media/image109.png"/><Relationship Id="rId188" Type="http://schemas.openxmlformats.org/officeDocument/2006/relationships/customXml" Target="../ink/ink94.xml"/><Relationship Id="rId71" Type="http://schemas.openxmlformats.org/officeDocument/2006/relationships/image" Target="../media/image61.png"/><Relationship Id="rId92" Type="http://schemas.openxmlformats.org/officeDocument/2006/relationships/customXml" Target="../ink/ink46.xml"/><Relationship Id="rId213" Type="http://schemas.openxmlformats.org/officeDocument/2006/relationships/image" Target="../media/image132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40.png"/><Relationship Id="rId255" Type="http://schemas.openxmlformats.org/officeDocument/2006/relationships/image" Target="../media/image153.png"/><Relationship Id="rId276" Type="http://schemas.openxmlformats.org/officeDocument/2006/relationships/customXml" Target="../ink/ink138.xml"/><Relationship Id="rId40" Type="http://schemas.openxmlformats.org/officeDocument/2006/relationships/customXml" Target="../ink/ink20.xml"/><Relationship Id="rId115" Type="http://schemas.openxmlformats.org/officeDocument/2006/relationships/image" Target="../media/image83.png"/><Relationship Id="rId136" Type="http://schemas.openxmlformats.org/officeDocument/2006/relationships/customXml" Target="../ink/ink68.xml"/><Relationship Id="rId157" Type="http://schemas.openxmlformats.org/officeDocument/2006/relationships/image" Target="../media/image104.png"/><Relationship Id="rId178" Type="http://schemas.openxmlformats.org/officeDocument/2006/relationships/customXml" Target="../ink/ink89.xml"/><Relationship Id="rId61" Type="http://schemas.openxmlformats.org/officeDocument/2006/relationships/image" Target="../media/image56.png"/><Relationship Id="rId82" Type="http://schemas.openxmlformats.org/officeDocument/2006/relationships/customXml" Target="../ink/ink41.xml"/><Relationship Id="rId199" Type="http://schemas.openxmlformats.org/officeDocument/2006/relationships/image" Target="../media/image125.png"/><Relationship Id="rId203" Type="http://schemas.openxmlformats.org/officeDocument/2006/relationships/image" Target="../media/image127.png"/><Relationship Id="rId19" Type="http://schemas.openxmlformats.org/officeDocument/2006/relationships/image" Target="../media/image35.png"/><Relationship Id="rId224" Type="http://schemas.openxmlformats.org/officeDocument/2006/relationships/customXml" Target="../ink/ink112.xml"/><Relationship Id="rId245" Type="http://schemas.openxmlformats.org/officeDocument/2006/relationships/image" Target="../media/image148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78.png"/><Relationship Id="rId126" Type="http://schemas.openxmlformats.org/officeDocument/2006/relationships/customXml" Target="../ink/ink63.xml"/><Relationship Id="rId147" Type="http://schemas.openxmlformats.org/officeDocument/2006/relationships/image" Target="../media/image99.png"/><Relationship Id="rId168" Type="http://schemas.openxmlformats.org/officeDocument/2006/relationships/customXml" Target="../ink/ink84.xml"/><Relationship Id="rId51" Type="http://schemas.openxmlformats.org/officeDocument/2006/relationships/image" Target="../media/image51.png"/><Relationship Id="rId72" Type="http://schemas.openxmlformats.org/officeDocument/2006/relationships/customXml" Target="../ink/ink36.xml"/><Relationship Id="rId93" Type="http://schemas.openxmlformats.org/officeDocument/2006/relationships/image" Target="../media/image72.png"/><Relationship Id="rId189" Type="http://schemas.openxmlformats.org/officeDocument/2006/relationships/image" Target="../media/image120.png"/><Relationship Id="rId3" Type="http://schemas.openxmlformats.org/officeDocument/2006/relationships/image" Target="../media/image27.png"/><Relationship Id="rId214" Type="http://schemas.openxmlformats.org/officeDocument/2006/relationships/customXml" Target="../ink/ink107.xml"/><Relationship Id="rId235" Type="http://schemas.openxmlformats.org/officeDocument/2006/relationships/image" Target="../media/image143.png"/><Relationship Id="rId256" Type="http://schemas.openxmlformats.org/officeDocument/2006/relationships/customXml" Target="../ink/ink128.xml"/><Relationship Id="rId277" Type="http://schemas.openxmlformats.org/officeDocument/2006/relationships/image" Target="../media/image164.png"/><Relationship Id="rId116" Type="http://schemas.openxmlformats.org/officeDocument/2006/relationships/customXml" Target="../ink/ink58.xml"/><Relationship Id="rId137" Type="http://schemas.openxmlformats.org/officeDocument/2006/relationships/image" Target="../media/image94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46.png"/><Relationship Id="rId62" Type="http://schemas.openxmlformats.org/officeDocument/2006/relationships/customXml" Target="../ink/ink31.xml"/><Relationship Id="rId83" Type="http://schemas.openxmlformats.org/officeDocument/2006/relationships/image" Target="../media/image67.png"/><Relationship Id="rId179" Type="http://schemas.openxmlformats.org/officeDocument/2006/relationships/image" Target="../media/image115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38.png"/><Relationship Id="rId246" Type="http://schemas.openxmlformats.org/officeDocument/2006/relationships/customXml" Target="../ink/ink123.xml"/><Relationship Id="rId267" Type="http://schemas.openxmlformats.org/officeDocument/2006/relationships/image" Target="../media/image159.png"/><Relationship Id="rId106" Type="http://schemas.openxmlformats.org/officeDocument/2006/relationships/customXml" Target="../ink/ink53.xml"/><Relationship Id="rId127" Type="http://schemas.openxmlformats.org/officeDocument/2006/relationships/image" Target="../media/image89.png"/><Relationship Id="rId10" Type="http://schemas.openxmlformats.org/officeDocument/2006/relationships/customXml" Target="../ink/ink5.xml"/><Relationship Id="rId31" Type="http://schemas.openxmlformats.org/officeDocument/2006/relationships/image" Target="../media/image41.png"/><Relationship Id="rId52" Type="http://schemas.openxmlformats.org/officeDocument/2006/relationships/customXml" Target="../ink/ink26.xml"/><Relationship Id="rId73" Type="http://schemas.openxmlformats.org/officeDocument/2006/relationships/image" Target="../media/image62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110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33.png"/><Relationship Id="rId236" Type="http://schemas.openxmlformats.org/officeDocument/2006/relationships/customXml" Target="../ink/ink118.xml"/><Relationship Id="rId257" Type="http://schemas.openxmlformats.org/officeDocument/2006/relationships/image" Target="../media/image154.png"/><Relationship Id="rId278" Type="http://schemas.openxmlformats.org/officeDocument/2006/relationships/customXml" Target="../ink/ink139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121.png"/><Relationship Id="rId205" Type="http://schemas.openxmlformats.org/officeDocument/2006/relationships/image" Target="../media/image128.png"/><Relationship Id="rId247" Type="http://schemas.openxmlformats.org/officeDocument/2006/relationships/image" Target="../media/image149.png"/><Relationship Id="rId107" Type="http://schemas.openxmlformats.org/officeDocument/2006/relationships/image" Target="../media/image79.png"/><Relationship Id="rId11" Type="http://schemas.openxmlformats.org/officeDocument/2006/relationships/image" Target="../media/image31.png"/><Relationship Id="rId53" Type="http://schemas.openxmlformats.org/officeDocument/2006/relationships/image" Target="../media/image52.png"/><Relationship Id="rId149" Type="http://schemas.openxmlformats.org/officeDocument/2006/relationships/image" Target="../media/image100.png"/><Relationship Id="rId95" Type="http://schemas.openxmlformats.org/officeDocument/2006/relationships/image" Target="../media/image73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3.png"/><Relationship Id="rId21" Type="http://schemas.openxmlformats.org/officeDocument/2006/relationships/image" Target="../media/image175.png"/><Relationship Id="rId42" Type="http://schemas.openxmlformats.org/officeDocument/2006/relationships/customXml" Target="../ink/ink160.xml"/><Relationship Id="rId63" Type="http://schemas.openxmlformats.org/officeDocument/2006/relationships/image" Target="../media/image196.png"/><Relationship Id="rId84" Type="http://schemas.openxmlformats.org/officeDocument/2006/relationships/customXml" Target="../ink/ink181.xml"/><Relationship Id="rId138" Type="http://schemas.openxmlformats.org/officeDocument/2006/relationships/customXml" Target="../ink/ink208.xml"/><Relationship Id="rId159" Type="http://schemas.openxmlformats.org/officeDocument/2006/relationships/image" Target="../media/image244.png"/><Relationship Id="rId170" Type="http://schemas.openxmlformats.org/officeDocument/2006/relationships/customXml" Target="../ink/ink224.xml"/><Relationship Id="rId191" Type="http://schemas.openxmlformats.org/officeDocument/2006/relationships/image" Target="../media/image260.png"/><Relationship Id="rId205" Type="http://schemas.openxmlformats.org/officeDocument/2006/relationships/image" Target="../media/image267.png"/><Relationship Id="rId226" Type="http://schemas.openxmlformats.org/officeDocument/2006/relationships/customXml" Target="../ink/ink252.xml"/><Relationship Id="rId247" Type="http://schemas.openxmlformats.org/officeDocument/2006/relationships/image" Target="../media/image288.png"/><Relationship Id="rId107" Type="http://schemas.openxmlformats.org/officeDocument/2006/relationships/image" Target="../media/image218.png"/><Relationship Id="rId11" Type="http://schemas.openxmlformats.org/officeDocument/2006/relationships/image" Target="../media/image170.png"/><Relationship Id="rId32" Type="http://schemas.openxmlformats.org/officeDocument/2006/relationships/customXml" Target="../ink/ink155.xml"/><Relationship Id="rId53" Type="http://schemas.openxmlformats.org/officeDocument/2006/relationships/image" Target="../media/image191.png"/><Relationship Id="rId74" Type="http://schemas.openxmlformats.org/officeDocument/2006/relationships/customXml" Target="../ink/ink176.xml"/><Relationship Id="rId128" Type="http://schemas.openxmlformats.org/officeDocument/2006/relationships/customXml" Target="../ink/ink203.xml"/><Relationship Id="rId149" Type="http://schemas.openxmlformats.org/officeDocument/2006/relationships/image" Target="../media/image239.png"/><Relationship Id="rId5" Type="http://schemas.openxmlformats.org/officeDocument/2006/relationships/image" Target="../media/image167.png"/><Relationship Id="rId95" Type="http://schemas.openxmlformats.org/officeDocument/2006/relationships/image" Target="../media/image212.png"/><Relationship Id="rId160" Type="http://schemas.openxmlformats.org/officeDocument/2006/relationships/customXml" Target="../ink/ink219.xml"/><Relationship Id="rId181" Type="http://schemas.openxmlformats.org/officeDocument/2006/relationships/image" Target="../media/image255.png"/><Relationship Id="rId216" Type="http://schemas.openxmlformats.org/officeDocument/2006/relationships/customXml" Target="../ink/ink247.xml"/><Relationship Id="rId237" Type="http://schemas.openxmlformats.org/officeDocument/2006/relationships/image" Target="../media/image283.png"/><Relationship Id="rId22" Type="http://schemas.openxmlformats.org/officeDocument/2006/relationships/customXml" Target="../ink/ink150.xml"/><Relationship Id="rId43" Type="http://schemas.openxmlformats.org/officeDocument/2006/relationships/image" Target="../media/image186.png"/><Relationship Id="rId64" Type="http://schemas.openxmlformats.org/officeDocument/2006/relationships/customXml" Target="../ink/ink171.xml"/><Relationship Id="rId118" Type="http://schemas.openxmlformats.org/officeDocument/2006/relationships/customXml" Target="../ink/ink198.xml"/><Relationship Id="rId139" Type="http://schemas.openxmlformats.org/officeDocument/2006/relationships/image" Target="../media/image234.png"/><Relationship Id="rId85" Type="http://schemas.openxmlformats.org/officeDocument/2006/relationships/image" Target="../media/image207.png"/><Relationship Id="rId150" Type="http://schemas.openxmlformats.org/officeDocument/2006/relationships/customXml" Target="../ink/ink214.xml"/><Relationship Id="rId171" Type="http://schemas.openxmlformats.org/officeDocument/2006/relationships/image" Target="../media/image250.png"/><Relationship Id="rId192" Type="http://schemas.openxmlformats.org/officeDocument/2006/relationships/customXml" Target="../ink/ink235.xml"/><Relationship Id="rId206" Type="http://schemas.openxmlformats.org/officeDocument/2006/relationships/customXml" Target="../ink/ink242.xml"/><Relationship Id="rId227" Type="http://schemas.openxmlformats.org/officeDocument/2006/relationships/image" Target="../media/image278.png"/><Relationship Id="rId248" Type="http://schemas.openxmlformats.org/officeDocument/2006/relationships/customXml" Target="../ink/ink263.xml"/><Relationship Id="rId12" Type="http://schemas.openxmlformats.org/officeDocument/2006/relationships/customXml" Target="../ink/ink145.xml"/><Relationship Id="rId33" Type="http://schemas.openxmlformats.org/officeDocument/2006/relationships/image" Target="../media/image181.png"/><Relationship Id="rId108" Type="http://schemas.openxmlformats.org/officeDocument/2006/relationships/customXml" Target="../ink/ink193.xml"/><Relationship Id="rId129" Type="http://schemas.openxmlformats.org/officeDocument/2006/relationships/image" Target="../media/image229.png"/><Relationship Id="rId54" Type="http://schemas.openxmlformats.org/officeDocument/2006/relationships/customXml" Target="../ink/ink166.xml"/><Relationship Id="rId75" Type="http://schemas.openxmlformats.org/officeDocument/2006/relationships/image" Target="../media/image202.png"/><Relationship Id="rId96" Type="http://schemas.openxmlformats.org/officeDocument/2006/relationships/customXml" Target="../ink/ink187.xml"/><Relationship Id="rId140" Type="http://schemas.openxmlformats.org/officeDocument/2006/relationships/customXml" Target="../ink/ink209.xml"/><Relationship Id="rId161" Type="http://schemas.openxmlformats.org/officeDocument/2006/relationships/image" Target="../media/image245.png"/><Relationship Id="rId182" Type="http://schemas.openxmlformats.org/officeDocument/2006/relationships/customXml" Target="../ink/ink230.xml"/><Relationship Id="rId217" Type="http://schemas.openxmlformats.org/officeDocument/2006/relationships/image" Target="../media/image273.png"/><Relationship Id="rId6" Type="http://schemas.openxmlformats.org/officeDocument/2006/relationships/customXml" Target="../ink/ink142.xml"/><Relationship Id="rId238" Type="http://schemas.openxmlformats.org/officeDocument/2006/relationships/customXml" Target="../ink/ink258.xml"/><Relationship Id="rId23" Type="http://schemas.openxmlformats.org/officeDocument/2006/relationships/image" Target="../media/image176.png"/><Relationship Id="rId119" Type="http://schemas.openxmlformats.org/officeDocument/2006/relationships/image" Target="../media/image224.png"/><Relationship Id="rId44" Type="http://schemas.openxmlformats.org/officeDocument/2006/relationships/customXml" Target="../ink/ink161.xml"/><Relationship Id="rId65" Type="http://schemas.openxmlformats.org/officeDocument/2006/relationships/image" Target="../media/image197.png"/><Relationship Id="rId86" Type="http://schemas.openxmlformats.org/officeDocument/2006/relationships/customXml" Target="../ink/ink182.xml"/><Relationship Id="rId130" Type="http://schemas.openxmlformats.org/officeDocument/2006/relationships/customXml" Target="../ink/ink204.xml"/><Relationship Id="rId151" Type="http://schemas.openxmlformats.org/officeDocument/2006/relationships/image" Target="../media/image240.png"/><Relationship Id="rId172" Type="http://schemas.openxmlformats.org/officeDocument/2006/relationships/customXml" Target="../ink/ink225.xml"/><Relationship Id="rId193" Type="http://schemas.openxmlformats.org/officeDocument/2006/relationships/image" Target="../media/image261.png"/><Relationship Id="rId207" Type="http://schemas.openxmlformats.org/officeDocument/2006/relationships/image" Target="../media/image268.png"/><Relationship Id="rId228" Type="http://schemas.openxmlformats.org/officeDocument/2006/relationships/customXml" Target="../ink/ink253.xml"/><Relationship Id="rId249" Type="http://schemas.openxmlformats.org/officeDocument/2006/relationships/image" Target="../media/image289.png"/><Relationship Id="rId13" Type="http://schemas.openxmlformats.org/officeDocument/2006/relationships/image" Target="../media/image171.png"/><Relationship Id="rId109" Type="http://schemas.openxmlformats.org/officeDocument/2006/relationships/image" Target="../media/image219.png"/><Relationship Id="rId34" Type="http://schemas.openxmlformats.org/officeDocument/2006/relationships/customXml" Target="../ink/ink156.xml"/><Relationship Id="rId55" Type="http://schemas.openxmlformats.org/officeDocument/2006/relationships/image" Target="../media/image192.png"/><Relationship Id="rId76" Type="http://schemas.openxmlformats.org/officeDocument/2006/relationships/customXml" Target="../ink/ink177.xml"/><Relationship Id="rId97" Type="http://schemas.openxmlformats.org/officeDocument/2006/relationships/image" Target="../media/image213.png"/><Relationship Id="rId120" Type="http://schemas.openxmlformats.org/officeDocument/2006/relationships/customXml" Target="../ink/ink199.xml"/><Relationship Id="rId141" Type="http://schemas.openxmlformats.org/officeDocument/2006/relationships/image" Target="../media/image235.png"/><Relationship Id="rId7" Type="http://schemas.openxmlformats.org/officeDocument/2006/relationships/image" Target="../media/image168.png"/><Relationship Id="rId162" Type="http://schemas.openxmlformats.org/officeDocument/2006/relationships/customXml" Target="../ink/ink220.xml"/><Relationship Id="rId183" Type="http://schemas.openxmlformats.org/officeDocument/2006/relationships/image" Target="../media/image256.png"/><Relationship Id="rId218" Type="http://schemas.openxmlformats.org/officeDocument/2006/relationships/customXml" Target="../ink/ink248.xml"/><Relationship Id="rId239" Type="http://schemas.openxmlformats.org/officeDocument/2006/relationships/image" Target="../media/image284.png"/><Relationship Id="rId250" Type="http://schemas.openxmlformats.org/officeDocument/2006/relationships/customXml" Target="../ink/ink264.xml"/><Relationship Id="rId24" Type="http://schemas.openxmlformats.org/officeDocument/2006/relationships/customXml" Target="../ink/ink151.xml"/><Relationship Id="rId45" Type="http://schemas.openxmlformats.org/officeDocument/2006/relationships/image" Target="../media/image187.png"/><Relationship Id="rId66" Type="http://schemas.openxmlformats.org/officeDocument/2006/relationships/customXml" Target="../ink/ink172.xml"/><Relationship Id="rId87" Type="http://schemas.openxmlformats.org/officeDocument/2006/relationships/image" Target="../media/image208.png"/><Relationship Id="rId110" Type="http://schemas.openxmlformats.org/officeDocument/2006/relationships/customXml" Target="../ink/ink194.xml"/><Relationship Id="rId131" Type="http://schemas.openxmlformats.org/officeDocument/2006/relationships/image" Target="../media/image230.png"/><Relationship Id="rId152" Type="http://schemas.openxmlformats.org/officeDocument/2006/relationships/customXml" Target="../ink/ink215.xml"/><Relationship Id="rId173" Type="http://schemas.openxmlformats.org/officeDocument/2006/relationships/image" Target="../media/image251.png"/><Relationship Id="rId194" Type="http://schemas.openxmlformats.org/officeDocument/2006/relationships/customXml" Target="../ink/ink236.xml"/><Relationship Id="rId208" Type="http://schemas.openxmlformats.org/officeDocument/2006/relationships/customXml" Target="../ink/ink243.xml"/><Relationship Id="rId229" Type="http://schemas.openxmlformats.org/officeDocument/2006/relationships/image" Target="../media/image279.png"/><Relationship Id="rId240" Type="http://schemas.openxmlformats.org/officeDocument/2006/relationships/customXml" Target="../ink/ink259.xml"/><Relationship Id="rId14" Type="http://schemas.openxmlformats.org/officeDocument/2006/relationships/customXml" Target="../ink/ink146.xml"/><Relationship Id="rId35" Type="http://schemas.openxmlformats.org/officeDocument/2006/relationships/image" Target="../media/image182.png"/><Relationship Id="rId56" Type="http://schemas.openxmlformats.org/officeDocument/2006/relationships/customXml" Target="../ink/ink167.xml"/><Relationship Id="rId77" Type="http://schemas.openxmlformats.org/officeDocument/2006/relationships/image" Target="../media/image203.png"/><Relationship Id="rId100" Type="http://schemas.openxmlformats.org/officeDocument/2006/relationships/customXml" Target="../ink/ink189.xml"/><Relationship Id="rId8" Type="http://schemas.openxmlformats.org/officeDocument/2006/relationships/customXml" Target="../ink/ink143.xml"/><Relationship Id="rId98" Type="http://schemas.openxmlformats.org/officeDocument/2006/relationships/customXml" Target="../ink/ink188.xml"/><Relationship Id="rId121" Type="http://schemas.openxmlformats.org/officeDocument/2006/relationships/image" Target="../media/image225.png"/><Relationship Id="rId142" Type="http://schemas.openxmlformats.org/officeDocument/2006/relationships/customXml" Target="../ink/ink210.xml"/><Relationship Id="rId163" Type="http://schemas.openxmlformats.org/officeDocument/2006/relationships/image" Target="../media/image246.png"/><Relationship Id="rId184" Type="http://schemas.openxmlformats.org/officeDocument/2006/relationships/customXml" Target="../ink/ink231.xml"/><Relationship Id="rId219" Type="http://schemas.openxmlformats.org/officeDocument/2006/relationships/image" Target="../media/image274.png"/><Relationship Id="rId230" Type="http://schemas.openxmlformats.org/officeDocument/2006/relationships/customXml" Target="../ink/ink254.xml"/><Relationship Id="rId251" Type="http://schemas.openxmlformats.org/officeDocument/2006/relationships/image" Target="../media/image290.png"/><Relationship Id="rId25" Type="http://schemas.openxmlformats.org/officeDocument/2006/relationships/image" Target="../media/image177.png"/><Relationship Id="rId46" Type="http://schemas.openxmlformats.org/officeDocument/2006/relationships/customXml" Target="../ink/ink162.xml"/><Relationship Id="rId67" Type="http://schemas.openxmlformats.org/officeDocument/2006/relationships/image" Target="../media/image198.png"/><Relationship Id="rId88" Type="http://schemas.openxmlformats.org/officeDocument/2006/relationships/customXml" Target="../ink/ink183.xml"/><Relationship Id="rId111" Type="http://schemas.openxmlformats.org/officeDocument/2006/relationships/image" Target="../media/image220.png"/><Relationship Id="rId132" Type="http://schemas.openxmlformats.org/officeDocument/2006/relationships/customXml" Target="../ink/ink205.xml"/><Relationship Id="rId153" Type="http://schemas.openxmlformats.org/officeDocument/2006/relationships/image" Target="../media/image241.png"/><Relationship Id="rId174" Type="http://schemas.openxmlformats.org/officeDocument/2006/relationships/customXml" Target="../ink/ink226.xml"/><Relationship Id="rId195" Type="http://schemas.openxmlformats.org/officeDocument/2006/relationships/image" Target="../media/image262.png"/><Relationship Id="rId209" Type="http://schemas.openxmlformats.org/officeDocument/2006/relationships/image" Target="../media/image269.png"/><Relationship Id="rId220" Type="http://schemas.openxmlformats.org/officeDocument/2006/relationships/customXml" Target="../ink/ink249.xml"/><Relationship Id="rId241" Type="http://schemas.openxmlformats.org/officeDocument/2006/relationships/image" Target="../media/image285.png"/><Relationship Id="rId15" Type="http://schemas.openxmlformats.org/officeDocument/2006/relationships/image" Target="../media/image172.png"/><Relationship Id="rId36" Type="http://schemas.openxmlformats.org/officeDocument/2006/relationships/customXml" Target="../ink/ink157.xml"/><Relationship Id="rId57" Type="http://schemas.openxmlformats.org/officeDocument/2006/relationships/image" Target="../media/image193.png"/><Relationship Id="rId78" Type="http://schemas.openxmlformats.org/officeDocument/2006/relationships/customXml" Target="../ink/ink178.xml"/><Relationship Id="rId99" Type="http://schemas.openxmlformats.org/officeDocument/2006/relationships/image" Target="../media/image214.png"/><Relationship Id="rId101" Type="http://schemas.openxmlformats.org/officeDocument/2006/relationships/image" Target="../media/image215.png"/><Relationship Id="rId122" Type="http://schemas.openxmlformats.org/officeDocument/2006/relationships/customXml" Target="../ink/ink200.xml"/><Relationship Id="rId143" Type="http://schemas.openxmlformats.org/officeDocument/2006/relationships/image" Target="../media/image236.png"/><Relationship Id="rId164" Type="http://schemas.openxmlformats.org/officeDocument/2006/relationships/customXml" Target="../ink/ink221.xml"/><Relationship Id="rId185" Type="http://schemas.openxmlformats.org/officeDocument/2006/relationships/image" Target="../media/image257.png"/><Relationship Id="rId9" Type="http://schemas.openxmlformats.org/officeDocument/2006/relationships/image" Target="../media/image169.png"/><Relationship Id="rId210" Type="http://schemas.openxmlformats.org/officeDocument/2006/relationships/customXml" Target="../ink/ink244.xml"/><Relationship Id="rId26" Type="http://schemas.openxmlformats.org/officeDocument/2006/relationships/customXml" Target="../ink/ink152.xml"/><Relationship Id="rId231" Type="http://schemas.openxmlformats.org/officeDocument/2006/relationships/image" Target="../media/image280.png"/><Relationship Id="rId252" Type="http://schemas.openxmlformats.org/officeDocument/2006/relationships/customXml" Target="../ink/ink265.xml"/><Relationship Id="rId47" Type="http://schemas.openxmlformats.org/officeDocument/2006/relationships/image" Target="../media/image188.png"/><Relationship Id="rId68" Type="http://schemas.openxmlformats.org/officeDocument/2006/relationships/customXml" Target="../ink/ink173.xml"/><Relationship Id="rId89" Type="http://schemas.openxmlformats.org/officeDocument/2006/relationships/image" Target="../media/image209.png"/><Relationship Id="rId112" Type="http://schemas.openxmlformats.org/officeDocument/2006/relationships/customXml" Target="../ink/ink195.xml"/><Relationship Id="rId133" Type="http://schemas.openxmlformats.org/officeDocument/2006/relationships/image" Target="../media/image231.png"/><Relationship Id="rId154" Type="http://schemas.openxmlformats.org/officeDocument/2006/relationships/customXml" Target="../ink/ink216.xml"/><Relationship Id="rId175" Type="http://schemas.openxmlformats.org/officeDocument/2006/relationships/image" Target="../media/image252.png"/><Relationship Id="rId196" Type="http://schemas.openxmlformats.org/officeDocument/2006/relationships/customXml" Target="../ink/ink237.xml"/><Relationship Id="rId200" Type="http://schemas.openxmlformats.org/officeDocument/2006/relationships/customXml" Target="../ink/ink239.xml"/><Relationship Id="rId16" Type="http://schemas.openxmlformats.org/officeDocument/2006/relationships/customXml" Target="../ink/ink147.xml"/><Relationship Id="rId221" Type="http://schemas.openxmlformats.org/officeDocument/2006/relationships/image" Target="../media/image275.png"/><Relationship Id="rId242" Type="http://schemas.openxmlformats.org/officeDocument/2006/relationships/customXml" Target="../ink/ink260.xml"/><Relationship Id="rId37" Type="http://schemas.openxmlformats.org/officeDocument/2006/relationships/image" Target="../media/image183.png"/><Relationship Id="rId58" Type="http://schemas.openxmlformats.org/officeDocument/2006/relationships/customXml" Target="../ink/ink168.xml"/><Relationship Id="rId79" Type="http://schemas.openxmlformats.org/officeDocument/2006/relationships/image" Target="../media/image204.png"/><Relationship Id="rId102" Type="http://schemas.openxmlformats.org/officeDocument/2006/relationships/customXml" Target="../ink/ink190.xml"/><Relationship Id="rId123" Type="http://schemas.openxmlformats.org/officeDocument/2006/relationships/image" Target="../media/image226.png"/><Relationship Id="rId144" Type="http://schemas.openxmlformats.org/officeDocument/2006/relationships/customXml" Target="../ink/ink211.xml"/><Relationship Id="rId90" Type="http://schemas.openxmlformats.org/officeDocument/2006/relationships/customXml" Target="../ink/ink184.xml"/><Relationship Id="rId165" Type="http://schemas.openxmlformats.org/officeDocument/2006/relationships/image" Target="../media/image247.png"/><Relationship Id="rId186" Type="http://schemas.openxmlformats.org/officeDocument/2006/relationships/customXml" Target="../ink/ink232.xml"/><Relationship Id="rId211" Type="http://schemas.openxmlformats.org/officeDocument/2006/relationships/image" Target="../media/image270.png"/><Relationship Id="rId232" Type="http://schemas.openxmlformats.org/officeDocument/2006/relationships/customXml" Target="../ink/ink255.xml"/><Relationship Id="rId253" Type="http://schemas.openxmlformats.org/officeDocument/2006/relationships/image" Target="../media/image291.png"/><Relationship Id="rId27" Type="http://schemas.openxmlformats.org/officeDocument/2006/relationships/image" Target="../media/image178.png"/><Relationship Id="rId48" Type="http://schemas.openxmlformats.org/officeDocument/2006/relationships/customXml" Target="../ink/ink163.xml"/><Relationship Id="rId69" Type="http://schemas.openxmlformats.org/officeDocument/2006/relationships/image" Target="../media/image199.png"/><Relationship Id="rId113" Type="http://schemas.openxmlformats.org/officeDocument/2006/relationships/image" Target="../media/image221.png"/><Relationship Id="rId134" Type="http://schemas.openxmlformats.org/officeDocument/2006/relationships/customXml" Target="../ink/ink206.xml"/><Relationship Id="rId80" Type="http://schemas.openxmlformats.org/officeDocument/2006/relationships/customXml" Target="../ink/ink179.xml"/><Relationship Id="rId155" Type="http://schemas.openxmlformats.org/officeDocument/2006/relationships/image" Target="../media/image242.png"/><Relationship Id="rId176" Type="http://schemas.openxmlformats.org/officeDocument/2006/relationships/customXml" Target="../ink/ink227.xml"/><Relationship Id="rId197" Type="http://schemas.openxmlformats.org/officeDocument/2006/relationships/image" Target="../media/image263.png"/><Relationship Id="rId201" Type="http://schemas.openxmlformats.org/officeDocument/2006/relationships/image" Target="../media/image265.png"/><Relationship Id="rId222" Type="http://schemas.openxmlformats.org/officeDocument/2006/relationships/customXml" Target="../ink/ink250.xml"/><Relationship Id="rId243" Type="http://schemas.openxmlformats.org/officeDocument/2006/relationships/image" Target="../media/image286.png"/><Relationship Id="rId17" Type="http://schemas.openxmlformats.org/officeDocument/2006/relationships/image" Target="../media/image173.png"/><Relationship Id="rId38" Type="http://schemas.openxmlformats.org/officeDocument/2006/relationships/customXml" Target="../ink/ink158.xml"/><Relationship Id="rId59" Type="http://schemas.openxmlformats.org/officeDocument/2006/relationships/image" Target="../media/image194.png"/><Relationship Id="rId103" Type="http://schemas.openxmlformats.org/officeDocument/2006/relationships/image" Target="../media/image216.png"/><Relationship Id="rId124" Type="http://schemas.openxmlformats.org/officeDocument/2006/relationships/customXml" Target="../ink/ink201.xml"/><Relationship Id="rId70" Type="http://schemas.openxmlformats.org/officeDocument/2006/relationships/customXml" Target="../ink/ink174.xml"/><Relationship Id="rId91" Type="http://schemas.openxmlformats.org/officeDocument/2006/relationships/image" Target="../media/image210.png"/><Relationship Id="rId145" Type="http://schemas.openxmlformats.org/officeDocument/2006/relationships/image" Target="../media/image237.png"/><Relationship Id="rId166" Type="http://schemas.openxmlformats.org/officeDocument/2006/relationships/customXml" Target="../ink/ink222.xml"/><Relationship Id="rId187" Type="http://schemas.openxmlformats.org/officeDocument/2006/relationships/image" Target="../media/image25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5.xml"/><Relationship Id="rId233" Type="http://schemas.openxmlformats.org/officeDocument/2006/relationships/image" Target="../media/image281.png"/><Relationship Id="rId28" Type="http://schemas.openxmlformats.org/officeDocument/2006/relationships/customXml" Target="../ink/ink153.xml"/><Relationship Id="rId49" Type="http://schemas.openxmlformats.org/officeDocument/2006/relationships/image" Target="../media/image189.png"/><Relationship Id="rId114" Type="http://schemas.openxmlformats.org/officeDocument/2006/relationships/customXml" Target="../ink/ink196.xml"/><Relationship Id="rId60" Type="http://schemas.openxmlformats.org/officeDocument/2006/relationships/customXml" Target="../ink/ink169.xml"/><Relationship Id="rId81" Type="http://schemas.openxmlformats.org/officeDocument/2006/relationships/image" Target="../media/image205.png"/><Relationship Id="rId135" Type="http://schemas.openxmlformats.org/officeDocument/2006/relationships/image" Target="../media/image232.png"/><Relationship Id="rId156" Type="http://schemas.openxmlformats.org/officeDocument/2006/relationships/customXml" Target="../ink/ink217.xml"/><Relationship Id="rId177" Type="http://schemas.openxmlformats.org/officeDocument/2006/relationships/image" Target="../media/image253.png"/><Relationship Id="rId198" Type="http://schemas.openxmlformats.org/officeDocument/2006/relationships/customXml" Target="../ink/ink238.xml"/><Relationship Id="rId202" Type="http://schemas.openxmlformats.org/officeDocument/2006/relationships/customXml" Target="../ink/ink240.xml"/><Relationship Id="rId223" Type="http://schemas.openxmlformats.org/officeDocument/2006/relationships/image" Target="../media/image276.png"/><Relationship Id="rId244" Type="http://schemas.openxmlformats.org/officeDocument/2006/relationships/customXml" Target="../ink/ink261.xml"/><Relationship Id="rId18" Type="http://schemas.openxmlformats.org/officeDocument/2006/relationships/customXml" Target="../ink/ink148.xml"/><Relationship Id="rId39" Type="http://schemas.openxmlformats.org/officeDocument/2006/relationships/image" Target="../media/image184.png"/><Relationship Id="rId50" Type="http://schemas.openxmlformats.org/officeDocument/2006/relationships/customXml" Target="../ink/ink164.xml"/><Relationship Id="rId104" Type="http://schemas.openxmlformats.org/officeDocument/2006/relationships/customXml" Target="../ink/ink191.xml"/><Relationship Id="rId125" Type="http://schemas.openxmlformats.org/officeDocument/2006/relationships/image" Target="../media/image227.png"/><Relationship Id="rId146" Type="http://schemas.openxmlformats.org/officeDocument/2006/relationships/customXml" Target="../ink/ink212.xml"/><Relationship Id="rId167" Type="http://schemas.openxmlformats.org/officeDocument/2006/relationships/image" Target="../media/image248.png"/><Relationship Id="rId188" Type="http://schemas.openxmlformats.org/officeDocument/2006/relationships/customXml" Target="../ink/ink233.xml"/><Relationship Id="rId71" Type="http://schemas.openxmlformats.org/officeDocument/2006/relationships/image" Target="../media/image200.png"/><Relationship Id="rId92" Type="http://schemas.openxmlformats.org/officeDocument/2006/relationships/customXml" Target="../ink/ink185.xml"/><Relationship Id="rId213" Type="http://schemas.openxmlformats.org/officeDocument/2006/relationships/image" Target="../media/image271.png"/><Relationship Id="rId234" Type="http://schemas.openxmlformats.org/officeDocument/2006/relationships/customXml" Target="../ink/ink256.xml"/><Relationship Id="rId2" Type="http://schemas.openxmlformats.org/officeDocument/2006/relationships/customXml" Target="../ink/ink140.xml"/><Relationship Id="rId29" Type="http://schemas.openxmlformats.org/officeDocument/2006/relationships/image" Target="../media/image179.png"/><Relationship Id="rId40" Type="http://schemas.openxmlformats.org/officeDocument/2006/relationships/customXml" Target="../ink/ink159.xml"/><Relationship Id="rId115" Type="http://schemas.openxmlformats.org/officeDocument/2006/relationships/image" Target="../media/image222.png"/><Relationship Id="rId136" Type="http://schemas.openxmlformats.org/officeDocument/2006/relationships/customXml" Target="../ink/ink207.xml"/><Relationship Id="rId157" Type="http://schemas.openxmlformats.org/officeDocument/2006/relationships/image" Target="../media/image243.png"/><Relationship Id="rId178" Type="http://schemas.openxmlformats.org/officeDocument/2006/relationships/customXml" Target="../ink/ink228.xml"/><Relationship Id="rId61" Type="http://schemas.openxmlformats.org/officeDocument/2006/relationships/image" Target="../media/image195.png"/><Relationship Id="rId82" Type="http://schemas.openxmlformats.org/officeDocument/2006/relationships/customXml" Target="../ink/ink180.xml"/><Relationship Id="rId199" Type="http://schemas.openxmlformats.org/officeDocument/2006/relationships/image" Target="../media/image264.png"/><Relationship Id="rId203" Type="http://schemas.openxmlformats.org/officeDocument/2006/relationships/image" Target="../media/image266.png"/><Relationship Id="rId19" Type="http://schemas.openxmlformats.org/officeDocument/2006/relationships/image" Target="../media/image174.png"/><Relationship Id="rId224" Type="http://schemas.openxmlformats.org/officeDocument/2006/relationships/customXml" Target="../ink/ink251.xml"/><Relationship Id="rId245" Type="http://schemas.openxmlformats.org/officeDocument/2006/relationships/image" Target="../media/image287.png"/><Relationship Id="rId30" Type="http://schemas.openxmlformats.org/officeDocument/2006/relationships/customXml" Target="../ink/ink154.xml"/><Relationship Id="rId105" Type="http://schemas.openxmlformats.org/officeDocument/2006/relationships/image" Target="../media/image217.png"/><Relationship Id="rId126" Type="http://schemas.openxmlformats.org/officeDocument/2006/relationships/customXml" Target="../ink/ink202.xml"/><Relationship Id="rId147" Type="http://schemas.openxmlformats.org/officeDocument/2006/relationships/image" Target="../media/image238.png"/><Relationship Id="rId168" Type="http://schemas.openxmlformats.org/officeDocument/2006/relationships/customXml" Target="../ink/ink223.xml"/><Relationship Id="rId51" Type="http://schemas.openxmlformats.org/officeDocument/2006/relationships/image" Target="../media/image190.png"/><Relationship Id="rId72" Type="http://schemas.openxmlformats.org/officeDocument/2006/relationships/customXml" Target="../ink/ink175.xml"/><Relationship Id="rId93" Type="http://schemas.openxmlformats.org/officeDocument/2006/relationships/image" Target="../media/image211.png"/><Relationship Id="rId189" Type="http://schemas.openxmlformats.org/officeDocument/2006/relationships/image" Target="../media/image259.png"/><Relationship Id="rId3" Type="http://schemas.openxmlformats.org/officeDocument/2006/relationships/image" Target="../media/image166.png"/><Relationship Id="rId214" Type="http://schemas.openxmlformats.org/officeDocument/2006/relationships/customXml" Target="../ink/ink246.xml"/><Relationship Id="rId235" Type="http://schemas.openxmlformats.org/officeDocument/2006/relationships/image" Target="../media/image282.png"/><Relationship Id="rId116" Type="http://schemas.openxmlformats.org/officeDocument/2006/relationships/customXml" Target="../ink/ink197.xml"/><Relationship Id="rId137" Type="http://schemas.openxmlformats.org/officeDocument/2006/relationships/image" Target="../media/image233.png"/><Relationship Id="rId158" Type="http://schemas.openxmlformats.org/officeDocument/2006/relationships/customXml" Target="../ink/ink218.xml"/><Relationship Id="rId20" Type="http://schemas.openxmlformats.org/officeDocument/2006/relationships/customXml" Target="../ink/ink149.xml"/><Relationship Id="rId41" Type="http://schemas.openxmlformats.org/officeDocument/2006/relationships/image" Target="../media/image185.png"/><Relationship Id="rId62" Type="http://schemas.openxmlformats.org/officeDocument/2006/relationships/customXml" Target="../ink/ink170.xml"/><Relationship Id="rId83" Type="http://schemas.openxmlformats.org/officeDocument/2006/relationships/image" Target="../media/image206.png"/><Relationship Id="rId179" Type="http://schemas.openxmlformats.org/officeDocument/2006/relationships/image" Target="../media/image254.png"/><Relationship Id="rId190" Type="http://schemas.openxmlformats.org/officeDocument/2006/relationships/customXml" Target="../ink/ink234.xml"/><Relationship Id="rId204" Type="http://schemas.openxmlformats.org/officeDocument/2006/relationships/customXml" Target="../ink/ink241.xml"/><Relationship Id="rId225" Type="http://schemas.openxmlformats.org/officeDocument/2006/relationships/image" Target="../media/image277.png"/><Relationship Id="rId246" Type="http://schemas.openxmlformats.org/officeDocument/2006/relationships/customXml" Target="../ink/ink262.xml"/><Relationship Id="rId106" Type="http://schemas.openxmlformats.org/officeDocument/2006/relationships/customXml" Target="../ink/ink192.xml"/><Relationship Id="rId127" Type="http://schemas.openxmlformats.org/officeDocument/2006/relationships/image" Target="../media/image228.png"/><Relationship Id="rId10" Type="http://schemas.openxmlformats.org/officeDocument/2006/relationships/customXml" Target="../ink/ink144.xml"/><Relationship Id="rId31" Type="http://schemas.openxmlformats.org/officeDocument/2006/relationships/image" Target="../media/image180.png"/><Relationship Id="rId52" Type="http://schemas.openxmlformats.org/officeDocument/2006/relationships/customXml" Target="../ink/ink165.xml"/><Relationship Id="rId73" Type="http://schemas.openxmlformats.org/officeDocument/2006/relationships/image" Target="../media/image201.png"/><Relationship Id="rId94" Type="http://schemas.openxmlformats.org/officeDocument/2006/relationships/customXml" Target="../ink/ink186.xml"/><Relationship Id="rId148" Type="http://schemas.openxmlformats.org/officeDocument/2006/relationships/customXml" Target="../ink/ink213.xml"/><Relationship Id="rId169" Type="http://schemas.openxmlformats.org/officeDocument/2006/relationships/image" Target="../media/image249.png"/><Relationship Id="rId4" Type="http://schemas.openxmlformats.org/officeDocument/2006/relationships/customXml" Target="../ink/ink141.xml"/><Relationship Id="rId180" Type="http://schemas.openxmlformats.org/officeDocument/2006/relationships/customXml" Target="../ink/ink229.xml"/><Relationship Id="rId215" Type="http://schemas.openxmlformats.org/officeDocument/2006/relationships/image" Target="../media/image272.png"/><Relationship Id="rId236" Type="http://schemas.openxmlformats.org/officeDocument/2006/relationships/customXml" Target="../ink/ink2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4504B4C-EB6D-C4B4-AD60-B3296DDAF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501453"/>
            <a:ext cx="10909640" cy="1065836"/>
          </a:xfrm>
        </p:spPr>
        <p:txBody>
          <a:bodyPr anchor="ctr">
            <a:normAutofit/>
          </a:bodyPr>
          <a:lstStyle/>
          <a:p>
            <a:r>
              <a:rPr lang="en-US" altLang="zh-TW" sz="6600"/>
              <a:t>Microscopic Engine</a:t>
            </a:r>
            <a:endParaRPr lang="zh-TW" altLang="en-US" sz="660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73B124-5458-F9F9-5866-B0EC30272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78" y="5908589"/>
            <a:ext cx="10909643" cy="552659"/>
          </a:xfrm>
        </p:spPr>
        <p:txBody>
          <a:bodyPr anchor="ctr">
            <a:noAutofit/>
          </a:bodyPr>
          <a:lstStyle/>
          <a:p>
            <a:r>
              <a:rPr lang="zh-TW" altLang="en-US" sz="1800"/>
              <a:t>熱統計物理一演示</a:t>
            </a:r>
          </a:p>
          <a:p>
            <a:r>
              <a:rPr lang="zh-TW" altLang="en-US" sz="1800"/>
              <a:t>助教：許誠桓</a:t>
            </a:r>
          </a:p>
        </p:txBody>
      </p:sp>
      <p:pic>
        <p:nvPicPr>
          <p:cNvPr id="6" name="圖片 5">
            <a:hlinkClick r:id="rId3"/>
            <a:extLst>
              <a:ext uri="{FF2B5EF4-FFF2-40B4-BE49-F238E27FC236}">
                <a16:creationId xmlns:a16="http://schemas.microsoft.com/office/drawing/2014/main" id="{649296B0-4207-EFD0-7196-6C7492556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576" y="320040"/>
            <a:ext cx="3895344" cy="389534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C92ACBD-A257-3D8B-9D3B-1616DA2E01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10" y="320040"/>
            <a:ext cx="4693187" cy="3895344"/>
          </a:xfrm>
          <a:prstGeom prst="rect">
            <a:avLst/>
          </a:prstGeom>
        </p:spPr>
      </p:pic>
      <p:sp>
        <p:nvSpPr>
          <p:cNvPr id="1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4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124103-8134-D1B1-023C-6C46C856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Stirling engine </a:t>
            </a:r>
            <a:endParaRPr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7B509A2A-C18F-B16B-D811-513D48522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9" y="1690688"/>
            <a:ext cx="5016774" cy="4169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6A720C4-8F05-DDB8-E7D6-D10A10ECEF6C}"/>
                  </a:ext>
                </a:extLst>
              </p:cNvPr>
              <p:cNvSpPr txBox="1"/>
              <p:nvPr/>
            </p:nvSpPr>
            <p:spPr>
              <a:xfrm>
                <a:off x="5683365" y="2086819"/>
                <a:ext cx="6538291" cy="10363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zh-TW" sz="2000">
                    <a:latin typeface="+mj-lt"/>
                  </a:rPr>
                  <a:t>Expansion part work:</a:t>
                </a:r>
                <a:endParaRPr kumimoji="1" lang="en-US" altLang="zh-TW" sz="2000" b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,12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→2</m:t>
                          </m:r>
                        </m:sub>
                        <m:sup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nary>
                        <m:nary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kumimoji="1" lang="en-US" altLang="zh-TW" sz="20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1" lang="en-US" altLang="zh-TW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zh-TW" altLang="en-US" sz="20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6A720C4-8F05-DDB8-E7D6-D10A10ECE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365" y="2086819"/>
                <a:ext cx="6538291" cy="1036309"/>
              </a:xfrm>
              <a:prstGeom prst="rect">
                <a:avLst/>
              </a:prstGeom>
              <a:blipFill>
                <a:blip r:embed="rId3"/>
                <a:stretch>
                  <a:fillRect l="-2330" t="-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F403F1F-6FB9-D857-DA16-AFDA20B15C31}"/>
                  </a:ext>
                </a:extLst>
              </p:cNvPr>
              <p:cNvSpPr txBox="1"/>
              <p:nvPr/>
            </p:nvSpPr>
            <p:spPr>
              <a:xfrm>
                <a:off x="5722146" y="3297108"/>
                <a:ext cx="6413872" cy="1036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TW" sz="2000">
                    <a:latin typeface="+mj-lt"/>
                  </a:rPr>
                  <a:t>Input work:</a:t>
                </a:r>
                <a:endParaRPr kumimoji="1" lang="en-US" altLang="zh-TW" sz="20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,34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→4</m:t>
                          </m:r>
                        </m:sub>
                        <m:sup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nary>
                        <m:nary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kumimoji="1" lang="en-US" altLang="zh-TW" sz="20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1" lang="en-US" altLang="zh-TW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zh-TW" altLang="en-US" sz="200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F403F1F-6FB9-D857-DA16-AFDA20B15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146" y="3297108"/>
                <a:ext cx="6413872" cy="1036309"/>
              </a:xfrm>
              <a:prstGeom prst="rect">
                <a:avLst/>
              </a:prstGeom>
              <a:blipFill>
                <a:blip r:embed="rId4"/>
                <a:stretch>
                  <a:fillRect l="-2471" t="-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DAC6E56-E420-DA25-107F-2E9FC269C93E}"/>
                  </a:ext>
                </a:extLst>
              </p:cNvPr>
              <p:cNvSpPr txBox="1"/>
              <p:nvPr/>
            </p:nvSpPr>
            <p:spPr>
              <a:xfrm>
                <a:off x="9371301" y="1710497"/>
                <a:ext cx="281609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" altLang="zh-TW" sz="2000" smtClean="0"/>
                        <m:t>đ</m:t>
                      </m:r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kumimoji="1" lang="en-US" altLang="zh-TW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nor/>
                        </m:rPr>
                        <a:rPr lang="en" altLang="zh-TW" sz="2000"/>
                        <m:t>đ</m:t>
                      </m:r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kumimoji="1" lang="zh-TW" altLang="en-US" sz="20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DAC6E56-E420-DA25-107F-2E9FC269C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1301" y="1710497"/>
                <a:ext cx="2816092" cy="307777"/>
              </a:xfrm>
              <a:prstGeom prst="rect">
                <a:avLst/>
              </a:prstGeom>
              <a:blipFill>
                <a:blip r:embed="rId5"/>
                <a:stretch>
                  <a:fillRect l="-173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34BC74A6-A45A-2509-9A63-211C41BD7862}"/>
              </a:ext>
            </a:extLst>
          </p:cNvPr>
          <p:cNvSpPr txBox="1"/>
          <p:nvPr/>
        </p:nvSpPr>
        <p:spPr>
          <a:xfrm>
            <a:off x="5783395" y="431751"/>
            <a:ext cx="38420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/>
              <a:t>1→2: Isothermal(</a:t>
            </a:r>
            <a:r>
              <a:rPr kumimoji="1" lang="zh-TW" altLang="en-US" sz="2000"/>
              <a:t>等溫</a:t>
            </a:r>
            <a:r>
              <a:rPr kumimoji="1" lang="en-US" altLang="zh-TW" sz="2000"/>
              <a:t>) </a:t>
            </a:r>
            <a:r>
              <a:rPr kumimoji="1" lang="zh-TW" altLang="en-US" sz="2000"/>
              <a:t> </a:t>
            </a:r>
            <a:r>
              <a:rPr kumimoji="1" lang="en-US" altLang="zh-TW" sz="2000"/>
              <a:t>expansion</a:t>
            </a:r>
          </a:p>
          <a:p>
            <a:r>
              <a:rPr kumimoji="1" lang="en-US" altLang="zh-TW" sz="2000"/>
              <a:t>2→3: Constant-volume cooling</a:t>
            </a:r>
          </a:p>
          <a:p>
            <a:r>
              <a:rPr kumimoji="1" lang="en-US" altLang="zh-TW" sz="2000"/>
              <a:t>3→4: Isothermal</a:t>
            </a:r>
            <a:r>
              <a:rPr kumimoji="1" lang="zh-TW" altLang="en-US" sz="2000"/>
              <a:t> </a:t>
            </a:r>
            <a:r>
              <a:rPr kumimoji="1" lang="en-US" altLang="zh-TW" sz="2000"/>
              <a:t>compression</a:t>
            </a:r>
          </a:p>
          <a:p>
            <a:r>
              <a:rPr kumimoji="1" lang="en-US" altLang="zh-TW" sz="2000"/>
              <a:t>4→1: Constant-volume heating</a:t>
            </a:r>
            <a:endParaRPr kumimoji="1" lang="zh-TW" altLang="en-US" sz="200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5DA2461-F8E8-6FCB-E9ED-0B07B9B6DE01}"/>
              </a:ext>
            </a:extLst>
          </p:cNvPr>
          <p:cNvSpPr txBox="1"/>
          <p:nvPr/>
        </p:nvSpPr>
        <p:spPr>
          <a:xfrm>
            <a:off x="5642263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DDBD1AF-75C7-56FD-B2EE-03DBA8BD1EF7}"/>
                  </a:ext>
                </a:extLst>
              </p:cNvPr>
              <p:cNvSpPr txBox="1"/>
              <p:nvPr/>
            </p:nvSpPr>
            <p:spPr>
              <a:xfrm>
                <a:off x="5783395" y="4581384"/>
                <a:ext cx="6216702" cy="15740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TW" sz="2000">
                    <a:latin typeface="+mj-lt"/>
                  </a:rPr>
                  <a:t>Total output work:</a:t>
                </a:r>
                <a:endParaRPr kumimoji="1" lang="en-US" altLang="zh-TW" sz="20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𝑐𝑦𝑐𝑙𝑒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,12</m:t>
                              </m:r>
                            </m:sub>
                          </m:s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,34</m:t>
                              </m:r>
                            </m:sub>
                          </m:sSub>
                        </m:e>
                      </m:d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kumimoji="1" lang="en-US" altLang="zh-TW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zh-TW" sz="2000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𝑐𝑦𝑐𝑙𝑒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∝∆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TW" sz="2000" b="0">
                  <a:ea typeface="Cambria Math" panose="02040503050406030204" pitchFamily="18" charset="0"/>
                </a:endParaRPr>
              </a:p>
              <a:p>
                <a:endParaRPr kumimoji="1" lang="zh-TW" altLang="en-US" sz="20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DDBD1AF-75C7-56FD-B2EE-03DBA8BD1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395" y="4581384"/>
                <a:ext cx="6216702" cy="1574021"/>
              </a:xfrm>
              <a:prstGeom prst="rect">
                <a:avLst/>
              </a:prstGeom>
              <a:blipFill>
                <a:blip r:embed="rId6"/>
                <a:stretch>
                  <a:fillRect l="-2549" t="-5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166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AB166-FED4-6F64-2A04-2D19AB59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Various forms of “Work”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BBE144A-2C61-35CC-5DD5-E10EF195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698" y="479099"/>
            <a:ext cx="4466053" cy="2838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45EA9FE-BBFE-EE3D-6AAD-47E66C358FD3}"/>
                  </a:ext>
                </a:extLst>
              </p:cNvPr>
              <p:cNvSpPr txBox="1"/>
              <p:nvPr/>
            </p:nvSpPr>
            <p:spPr>
              <a:xfrm>
                <a:off x="3200401" y="2079889"/>
                <a:ext cx="248376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" altLang="zh-TW" sz="3200" smtClean="0"/>
                        <m:t>đ</m:t>
                      </m:r>
                      <m:sSub>
                        <m:sSubPr>
                          <m:ctrlPr>
                            <a:rPr kumimoji="1"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m:rPr>
                          <m:sty m:val="p"/>
                        </m:rPr>
                        <a:rPr kumimoji="1" lang="en-US" altLang="zh-TW" sz="32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TW" altLang="en-US" sz="32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45EA9FE-BBFE-EE3D-6AAD-47E66C358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1" y="2079889"/>
                <a:ext cx="248376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BB33ACF-B494-7601-8B3C-D50BF56F1744}"/>
              </a:ext>
            </a:extLst>
          </p:cNvPr>
          <p:cNvCxnSpPr>
            <a:cxnSpLocks/>
          </p:cNvCxnSpPr>
          <p:nvPr/>
        </p:nvCxnSpPr>
        <p:spPr>
          <a:xfrm>
            <a:off x="4935307" y="2554883"/>
            <a:ext cx="22860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011F15D-5CD7-52D1-E512-C31167EF9D52}"/>
              </a:ext>
            </a:extLst>
          </p:cNvPr>
          <p:cNvCxnSpPr>
            <a:cxnSpLocks/>
          </p:cNvCxnSpPr>
          <p:nvPr/>
        </p:nvCxnSpPr>
        <p:spPr>
          <a:xfrm>
            <a:off x="5330162" y="2554883"/>
            <a:ext cx="286792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8975A0CF-5214-9539-211C-BDCD15DD90CF}"/>
              </a:ext>
            </a:extLst>
          </p:cNvPr>
          <p:cNvCxnSpPr>
            <a:cxnSpLocks/>
          </p:cNvCxnSpPr>
          <p:nvPr/>
        </p:nvCxnSpPr>
        <p:spPr>
          <a:xfrm flipH="1">
            <a:off x="3626422" y="2554883"/>
            <a:ext cx="1423185" cy="892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B7A0C14B-113A-3E0C-E4D6-53A94F1B3A7B}"/>
              </a:ext>
            </a:extLst>
          </p:cNvPr>
          <p:cNvCxnSpPr>
            <a:cxnSpLocks/>
          </p:cNvCxnSpPr>
          <p:nvPr/>
        </p:nvCxnSpPr>
        <p:spPr>
          <a:xfrm>
            <a:off x="5473558" y="2554883"/>
            <a:ext cx="1414189" cy="910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855D808-56B2-4D23-EB20-99280548AA65}"/>
              </a:ext>
            </a:extLst>
          </p:cNvPr>
          <p:cNvSpPr txBox="1"/>
          <p:nvPr/>
        </p:nvSpPr>
        <p:spPr>
          <a:xfrm>
            <a:off x="784628" y="3452977"/>
            <a:ext cx="3923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/>
              <a:t>Generalized force</a:t>
            </a:r>
          </a:p>
          <a:p>
            <a:r>
              <a:rPr kumimoji="1" lang="en-US" altLang="zh-TW" sz="2400"/>
              <a:t>(e.g. pressure, external field)</a:t>
            </a:r>
            <a:endParaRPr kumimoji="1" lang="zh-TW" altLang="en-US" sz="240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EEBDD9A-2C0E-C9D3-B5A8-5B24A3D793D6}"/>
              </a:ext>
            </a:extLst>
          </p:cNvPr>
          <p:cNvSpPr txBox="1"/>
          <p:nvPr/>
        </p:nvSpPr>
        <p:spPr>
          <a:xfrm>
            <a:off x="6638365" y="3429000"/>
            <a:ext cx="4213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/>
              <a:t>Generalized displacement</a:t>
            </a:r>
          </a:p>
          <a:p>
            <a:r>
              <a:rPr kumimoji="1" lang="en-US" altLang="zh-TW" sz="2400"/>
              <a:t>(e.g. volume, dipole moment)</a:t>
            </a:r>
            <a:endParaRPr kumimoji="1" lang="zh-TW" altLang="en-US" sz="240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249D395-6E4B-D40A-8132-024B898B2FA6}"/>
              </a:ext>
            </a:extLst>
          </p:cNvPr>
          <p:cNvSpPr txBox="1"/>
          <p:nvPr/>
        </p:nvSpPr>
        <p:spPr>
          <a:xfrm>
            <a:off x="784628" y="4716245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/>
              <a:t>In microscopic viewpoint, we can control particles by adding a potential well.</a:t>
            </a:r>
          </a:p>
          <a:p>
            <a:endParaRPr kumimoji="1" lang="en-US" altLang="zh-TW" sz="2400"/>
          </a:p>
          <a:p>
            <a:r>
              <a:rPr kumimoji="1" lang="en-US" altLang="zh-TW" sz="2400"/>
              <a:t>Question: Can we build a heat engine by modifying the “curvature” of potential well, and output some (net) “work” to the environment?</a:t>
            </a:r>
            <a:endParaRPr kumimoji="1"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300817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71D7D-46E8-74D1-F5B3-2DF74FEF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“Work”</a:t>
            </a:r>
            <a:r>
              <a:rPr lang="zh-TW" altLang="en-US"/>
              <a:t> </a:t>
            </a:r>
            <a:r>
              <a:rPr lang="en-US" altLang="zh-TW"/>
              <a:t>of changing curvature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0C241E2-8899-FAEC-89AE-D6C17B0E6BC9}"/>
                  </a:ext>
                </a:extLst>
              </p:cNvPr>
              <p:cNvSpPr txBox="1"/>
              <p:nvPr/>
            </p:nvSpPr>
            <p:spPr>
              <a:xfrm>
                <a:off x="838200" y="1808017"/>
                <a:ext cx="4783282" cy="44319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m:rPr>
                          <m:sty m:val="p"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" altLang="zh-TW" sz="2400"/>
                        <m:t>đ</m:t>
                      </m:r>
                      <m:sSub>
                        <m:sSubPr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kumimoji="1" lang="en-US" altLang="zh-TW" sz="240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kumimoji="1" lang="en-US" altLang="zh-TW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kumimoji="1" lang="en-US" altLang="zh-TW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" altLang="zh-TW" sz="2400"/>
                        <m:t>đ</m:t>
                      </m:r>
                      <m:sSub>
                        <m:sSubPr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kumimoji="1" lang="en-US" altLang="zh-TW" sz="2400"/>
              </a:p>
              <a:p>
                <a:endParaRPr kumimoji="1" lang="en-US" altLang="zh-TW" sz="2400"/>
              </a:p>
              <a:p>
                <a:pPr>
                  <a:lnSpc>
                    <a:spcPct val="150000"/>
                  </a:lnSpc>
                </a:pPr>
                <a:r>
                  <a:rPr kumimoji="1" lang="en-US" altLang="zh-TW" sz="2400"/>
                  <a:t>Isothermal (quasistatic) process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TW" sz="2400"/>
                  <a:t>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m:rPr>
                        <m:sty m:val="p"/>
                      </m:rPr>
                      <a:rPr kumimoji="1"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" altLang="zh-TW" sz="2400"/>
                      <m:t>đ</m:t>
                    </m:r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kumimoji="1" lang="en-US" altLang="zh-TW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kumimoji="1" lang="en-US" altLang="zh-TW" sz="2400"/>
              </a:p>
              <a:p>
                <a:pPr>
                  <a:lnSpc>
                    <a:spcPct val="150000"/>
                  </a:lnSpc>
                </a:pPr>
                <a:endParaRPr kumimoji="1" lang="en-US" altLang="zh-TW" sz="2400"/>
              </a:p>
              <a:p>
                <a:pPr>
                  <a:lnSpc>
                    <a:spcPct val="150000"/>
                  </a:lnSpc>
                </a:pPr>
                <a:r>
                  <a:rPr kumimoji="1" lang="en-US" altLang="zh-TW" sz="2400"/>
                  <a:t>Use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kumimoji="1"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TW" sz="2400"/>
              </a:p>
              <a:p>
                <a:endParaRPr kumimoji="1" lang="en-US" altLang="zh-TW" sz="2400"/>
              </a:p>
              <a:p>
                <a:endParaRPr kumimoji="1" lang="zh-TW" altLang="en-US" sz="24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0C241E2-8899-FAEC-89AE-D6C17B0E6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08017"/>
                <a:ext cx="4783282" cy="4431983"/>
              </a:xfrm>
              <a:prstGeom prst="rect">
                <a:avLst/>
              </a:prstGeom>
              <a:blipFill>
                <a:blip r:embed="rId2"/>
                <a:stretch>
                  <a:fillRect l="-3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A99FDEB-14DF-6803-3E3D-10D796C0F38A}"/>
                  </a:ext>
                </a:extLst>
              </p:cNvPr>
              <p:cNvSpPr txBox="1"/>
              <p:nvPr/>
            </p:nvSpPr>
            <p:spPr>
              <a:xfrm>
                <a:off x="7034645" y="1493261"/>
                <a:ext cx="4682949" cy="20900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𝑡𝑟𝑎𝑝</m:t>
                          </m:r>
                        </m:sub>
                      </m:sSub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𝜅</m:t>
                      </m:r>
                      <m:sSup>
                        <m:sSup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TW" sz="24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kumimoji="1" lang="en-US" altLang="zh-TW" sz="2400"/>
                  <a:t>: Curvature of potential well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TW" sz="2400"/>
                  <a:t>: Center position of potential well</a:t>
                </a:r>
                <a:endParaRPr kumimoji="1" lang="zh-TW" altLang="en-US" sz="24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A99FDEB-14DF-6803-3E3D-10D796C0F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645" y="1493261"/>
                <a:ext cx="4682949" cy="2090059"/>
              </a:xfrm>
              <a:prstGeom prst="rect">
                <a:avLst/>
              </a:prstGeom>
              <a:blipFill>
                <a:blip r:embed="rId3"/>
                <a:stretch>
                  <a:fillRect l="-1693" b="-7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E9F3C8C-EC0C-FDBC-3DFC-313E3BAC87FE}"/>
                  </a:ext>
                </a:extLst>
              </p:cNvPr>
              <p:cNvSpPr txBox="1"/>
              <p:nvPr/>
            </p:nvSpPr>
            <p:spPr>
              <a:xfrm>
                <a:off x="5177900" y="4961103"/>
                <a:ext cx="7014100" cy="8072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kumimoji="1" lang="en-US" altLang="zh-TW" sz="20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kumimoji="1" lang="en-US" altLang="zh-TW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TW" sz="20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kumimoji="1" lang="en-US" altLang="zh-TW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TW" sz="200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kumimoji="1" lang="en-US" altLang="zh-TW" sz="20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TW" sz="2000" b="0" i="0" smtClean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  <m:d>
                                            <m:dPr>
                                              <m:ctrlPr>
                                                <a:rPr kumimoji="1" lang="en-US" altLang="zh-TW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kumimoji="1" lang="en-US" altLang="zh-TW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p>
                                                    <m:sSupPr>
                                                      <m:ctrlP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num>
                                                <m:den>
                                                  <m:r>
                                                    <a:rPr kumimoji="1" lang="en-US" altLang="zh-TW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kumimoji="1" lang="en-US" altLang="zh-TW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den>
                                              </m:f>
                                              <m:r>
                                                <a:rPr kumimoji="1" lang="en-US" altLang="zh-TW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den>
                                              </m:f>
                                              <m:r>
                                                <a:rPr kumimoji="1" lang="en-US" altLang="zh-TW" sz="2000" i="1">
                                                  <a:latin typeface="Cambria Math" panose="02040503050406030204" pitchFamily="18" charset="0"/>
                                                </a:rPr>
                                                <m:t>𝜅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kumimoji="1" lang="zh-TW" altLang="en-US" sz="200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E9F3C8C-EC0C-FDBC-3DFC-313E3BAC8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900" y="4961103"/>
                <a:ext cx="7014100" cy="8072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9D38C2-89E4-5E35-E269-4AEFAF19A65A}"/>
                  </a:ext>
                </a:extLst>
              </p:cNvPr>
              <p:cNvSpPr txBox="1"/>
              <p:nvPr/>
            </p:nvSpPr>
            <p:spPr>
              <a:xfrm>
                <a:off x="7034645" y="3896110"/>
                <a:ext cx="3346750" cy="593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TW" sz="2400" b="0"/>
                  <a:t>Partition function: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num>
                      <m:den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TW" sz="2400" b="0" i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zh-TW" altLang="en-US" sz="24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9D38C2-89E4-5E35-E269-4AEFAF19A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645" y="3896110"/>
                <a:ext cx="3346750" cy="593368"/>
              </a:xfrm>
              <a:prstGeom prst="rect">
                <a:avLst/>
              </a:prstGeom>
              <a:blipFill>
                <a:blip r:embed="rId5"/>
                <a:stretch>
                  <a:fillRect l="-5647" b="-18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43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DAE9734-4BFD-B42C-AE4D-6DB6613C74E2}"/>
                  </a:ext>
                </a:extLst>
              </p:cNvPr>
              <p:cNvSpPr txBox="1"/>
              <p:nvPr/>
            </p:nvSpPr>
            <p:spPr>
              <a:xfrm>
                <a:off x="526474" y="727491"/>
                <a:ext cx="8879030" cy="27015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zh-TW" sz="2400">
                    <a:latin typeface="+mj-lt"/>
                  </a:rPr>
                  <a:t>Partition function for one particle:</a:t>
                </a:r>
                <a:endParaRPr kumimoji="1" lang="en-US" altLang="zh-TW" sz="2400" b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kumimoji="1" lang="en-US" altLang="zh-TW" sz="20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kumimoji="1" lang="en-US" altLang="zh-TW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TW" sz="20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kumimoji="1" lang="en-US" altLang="zh-TW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TW" sz="200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kumimoji="1" lang="en-US" altLang="zh-TW" sz="20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TW" sz="2000" b="0" i="0" smtClean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  <m:d>
                                            <m:dPr>
                                              <m:ctrlPr>
                                                <a:rPr kumimoji="1" lang="en-US" altLang="zh-TW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kumimoji="1" lang="en-US" altLang="zh-TW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p>
                                                    <m:sSupPr>
                                                      <m:ctrlP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num>
                                                <m:den>
                                                  <m:r>
                                                    <a:rPr kumimoji="1" lang="en-US" altLang="zh-TW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kumimoji="1" lang="en-US" altLang="zh-TW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den>
                                              </m:f>
                                              <m:r>
                                                <a:rPr kumimoji="1" lang="en-US" altLang="zh-TW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den>
                                              </m:f>
                                              <m:r>
                                                <a:rPr kumimoji="1" lang="en-US" altLang="zh-TW" sz="2000" i="1">
                                                  <a:latin typeface="Cambria Math" panose="02040503050406030204" pitchFamily="18" charset="0"/>
                                                </a:rPr>
                                                <m:t>𝜅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1" lang="en-US" altLang="zh-TW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kumimoji="1" lang="en-US" altLang="zh-TW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kumimoji="1" lang="en-US" altLang="zh-TW" sz="20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1" lang="en-US" altLang="zh-TW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TW" sz="20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Sup>
                                    <m:sSubSupPr>
                                      <m:ctrlP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kumimoji="1"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1" lang="en-US" altLang="zh-TW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TW" sz="20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Sup>
                                    <m:sSubSupPr>
                                      <m:ctrlP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TW" sz="20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TW" sz="20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sSup>
                                <m:sSupPr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𝑡ℎ</m:t>
                              </m:r>
                            </m:sub>
                            <m:sup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ad>
                        <m:radPr>
                          <m:degHide m:val="on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en-US" altLang="zh-TW" sz="2000"/>
              </a:p>
              <a:p>
                <a:endParaRPr kumimoji="1" lang="en-US" altLang="zh-TW" sz="2000" b="0"/>
              </a:p>
              <a:p>
                <a:endParaRPr kumimoji="1" lang="zh-TW" altLang="en-US" sz="20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DAE9734-4BFD-B42C-AE4D-6DB6613C7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4" y="727491"/>
                <a:ext cx="8879030" cy="2701509"/>
              </a:xfrm>
              <a:prstGeom prst="rect">
                <a:avLst/>
              </a:prstGeom>
              <a:blipFill>
                <a:blip r:embed="rId2"/>
                <a:stretch>
                  <a:fillRect l="-2059" t="-3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87670E6-F90C-5760-2FAA-661AD27B026E}"/>
                  </a:ext>
                </a:extLst>
              </p:cNvPr>
              <p:cNvSpPr txBox="1"/>
              <p:nvPr/>
            </p:nvSpPr>
            <p:spPr>
              <a:xfrm>
                <a:off x="526474" y="3089870"/>
                <a:ext cx="8401787" cy="136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TW" sz="2400">
                    <a:latin typeface="+mj-lt"/>
                  </a:rPr>
                  <a:t>Free energy:</a:t>
                </a:r>
                <a:endParaRPr kumimoji="1" lang="en-US" altLang="zh-TW" sz="2400" b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kumimoji="1" lang="en-US" altLang="zh-TW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TW" sz="200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d>
                      <m:r>
                        <a:rPr kumimoji="1"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en-US" altLang="zh-TW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TW" sz="20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sSubSup>
                                        <m:sSubSupPr>
                                          <m:ctrlPr>
                                            <a:rPr kumimoji="1"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1"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𝑡ℎ</m:t>
                                          </m:r>
                                        </m:sub>
                                        <m:sup>
                                          <m:r>
                                            <a:rPr kumimoji="1"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den>
                                  </m:f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ctrlP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1"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𝜅</m:t>
                                          </m:r>
                                        </m:num>
                                        <m:den>
                                          <m:r>
                                            <a:rPr kumimoji="1"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kumimoji="1"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US" altLang="zh-TW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zh-TW" sz="20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zh-TW" sz="20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rad>
                                </m:e>
                              </m:d>
                            </m:e>
                          </m:func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</m:func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TW" sz="2000" b="0" i="0" smtClean="0">
                          <a:latin typeface="Cambria Math" panose="02040503050406030204" pitchFamily="18" charset="0"/>
                        </a:rPr>
                        <m:t>const</m:t>
                      </m:r>
                      <m:r>
                        <a:rPr kumimoji="1" lang="en-US" altLang="zh-TW" sz="20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1" lang="zh-TW" altLang="en-US" sz="20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87670E6-F90C-5760-2FAA-661AD27B0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4" y="3089870"/>
                <a:ext cx="8401787" cy="1360181"/>
              </a:xfrm>
              <a:prstGeom prst="rect">
                <a:avLst/>
              </a:prstGeom>
              <a:blipFill>
                <a:blip r:embed="rId3"/>
                <a:stretch>
                  <a:fillRect l="-2175" t="-7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E0BCA03-57EB-E0D4-86D0-A2DC775641DC}"/>
                  </a:ext>
                </a:extLst>
              </p:cNvPr>
              <p:cNvSpPr txBox="1"/>
              <p:nvPr/>
            </p:nvSpPr>
            <p:spPr>
              <a:xfrm>
                <a:off x="9405504" y="999127"/>
                <a:ext cx="2010641" cy="805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𝑡ℎ</m:t>
                          </m:r>
                        </m:sub>
                      </m:sSub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E0BCA03-57EB-E0D4-86D0-A2DC77564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504" y="999127"/>
                <a:ext cx="2010641" cy="8058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A27A0BA-3855-FDFF-8CB4-24AAC409ABBA}"/>
                  </a:ext>
                </a:extLst>
              </p:cNvPr>
              <p:cNvSpPr txBox="1"/>
              <p:nvPr/>
            </p:nvSpPr>
            <p:spPr>
              <a:xfrm>
                <a:off x="1384805" y="4405461"/>
                <a:ext cx="23075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en-US" altLang="zh-TW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TW" sz="20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func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≅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func>
                            <m:funcPr>
                              <m:ctrlPr>
                                <a:rPr kumimoji="1" lang="en-US" altLang="zh-TW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TW" sz="20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kumimoji="1" lang="zh-TW" altLang="en-US" sz="200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A27A0BA-3855-FDFF-8CB4-24AAC409A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805" y="4405461"/>
                <a:ext cx="2307555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93BB228-76CB-4DD8-8428-840166E67E58}"/>
                  </a:ext>
                </a:extLst>
              </p:cNvPr>
              <p:cNvSpPr txBox="1"/>
              <p:nvPr/>
            </p:nvSpPr>
            <p:spPr>
              <a:xfrm>
                <a:off x="378587" y="4977260"/>
                <a:ext cx="6793799" cy="1625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400"/>
                  <a:t>Therefore, if we do an isothermal expansion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kumimoji="1" lang="en-US" altLang="zh-TW" sz="240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kumimoji="1" lang="en-US" altLang="zh-TW" sz="2400"/>
                  <a:t> for </a:t>
                </a:r>
                <a14:m>
                  <m:oMath xmlns:m="http://schemas.openxmlformats.org/officeDocument/2006/math">
                    <m:r>
                      <a:rPr kumimoji="1" lang="en-US" altLang="zh-TW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zh-TW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kumimoji="1" lang="en-US" altLang="zh-TW" sz="2400"/>
                  <a:t>, 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TW" sz="2400"/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num>
                      <m:den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kumimoji="1" lang="en-US" altLang="zh-TW" sz="2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kumimoji="1"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kumimoji="1" lang="en-US" altLang="zh-TW" sz="2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1" lang="zh-TW" altLang="en-US" sz="24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93BB228-76CB-4DD8-8428-840166E67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87" y="4977260"/>
                <a:ext cx="6793799" cy="1625317"/>
              </a:xfrm>
              <a:prstGeom prst="rect">
                <a:avLst/>
              </a:prstGeom>
              <a:blipFill>
                <a:blip r:embed="rId6"/>
                <a:stretch>
                  <a:fillRect l="-1345" t="-2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85FC082-D490-8314-2DBD-7A59463E0A76}"/>
                  </a:ext>
                </a:extLst>
              </p:cNvPr>
              <p:cNvSpPr txBox="1"/>
              <p:nvPr/>
            </p:nvSpPr>
            <p:spPr>
              <a:xfrm>
                <a:off x="7335286" y="4713238"/>
                <a:ext cx="4856714" cy="1795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zh-TW" sz="2400"/>
                  <a:t>For a full cycle output: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𝑐𝑦𝑐𝑙𝑒</m:t>
                          </m:r>
                        </m:sub>
                      </m:sSub>
                      <m:r>
                        <a:rPr kumimoji="1"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kumimoji="1" lang="en-US" altLang="zh-TW" sz="2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kumimoji="1" lang="zh-TW" altLang="en-US" sz="240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85FC082-D490-8314-2DBD-7A59463E0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286" y="4713238"/>
                <a:ext cx="4856714" cy="1795235"/>
              </a:xfrm>
              <a:prstGeom prst="rect">
                <a:avLst/>
              </a:prstGeom>
              <a:blipFill>
                <a:blip r:embed="rId7"/>
                <a:stretch>
                  <a:fillRect l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34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B6C6C3D-F1CD-83EB-0514-A2F0E8071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238" cy="676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7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52CF270-E91C-20DD-00D9-8FFC74420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7" y="204331"/>
            <a:ext cx="5791216" cy="400804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5B0FD94-6F19-1F80-666E-D41869BC1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57" y="204331"/>
            <a:ext cx="5914746" cy="407265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8D22C75-EA3A-5D26-CB1E-C01C7EE5D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71" y="4212376"/>
            <a:ext cx="5457513" cy="142089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E5D068E-0794-646A-5A3F-E0ECCA2F6D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672" y="5535476"/>
            <a:ext cx="3529513" cy="105358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F344DB7-DA11-7F69-61BC-C261627BBE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36" y="4276983"/>
            <a:ext cx="5705677" cy="14485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A4A2BE3-7D03-B21E-86C2-965EE149F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35" y="5535475"/>
            <a:ext cx="3224123" cy="111819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BCFB815-A675-0DF4-44DD-E641A08260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968" y="5790090"/>
            <a:ext cx="1640722" cy="896673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A715F71-42E1-0A19-14D9-2D2D505E79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464FCA-C407-A4FD-C43A-2258D5E1EE44}"/>
              </a:ext>
            </a:extLst>
          </p:cNvPr>
          <p:cNvSpPr txBox="1"/>
          <p:nvPr/>
        </p:nvSpPr>
        <p:spPr>
          <a:xfrm>
            <a:off x="3086100" y="2208353"/>
            <a:ext cx="2179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/>
              <a:t>Theoretical prediction:</a:t>
            </a:r>
          </a:p>
          <a:p>
            <a:r>
              <a:rPr kumimoji="1" lang="en-US" altLang="zh-TW" sz="1600"/>
              <a:t>Slope=0.6170</a:t>
            </a:r>
            <a:endParaRPr kumimoji="1" lang="zh-TW" altLang="en-US" sz="160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829AAF-1E36-25B2-2218-E9FE71180C24}"/>
              </a:ext>
            </a:extLst>
          </p:cNvPr>
          <p:cNvSpPr txBox="1"/>
          <p:nvPr/>
        </p:nvSpPr>
        <p:spPr>
          <a:xfrm>
            <a:off x="9618518" y="2240657"/>
            <a:ext cx="2179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/>
              <a:t>Theoretical prediction:</a:t>
            </a:r>
          </a:p>
          <a:p>
            <a:r>
              <a:rPr kumimoji="1" lang="en-US" altLang="zh-TW" sz="1600"/>
              <a:t>Slope=1.0857</a:t>
            </a:r>
            <a:endParaRPr kumimoji="1" lang="zh-TW" altLang="en-US" sz="1600"/>
          </a:p>
        </p:txBody>
      </p:sp>
    </p:spTree>
    <p:extLst>
      <p:ext uri="{BB962C8B-B14F-4D97-AF65-F5344CB8AC3E}">
        <p14:creationId xmlns:p14="http://schemas.microsoft.com/office/powerpoint/2010/main" val="2959839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B00CB7-E540-ED84-DE00-8E1BFEB3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</a:t>
            </a:r>
            <a:endParaRPr lang="zh-TW" altLang="en-US" dirty="0"/>
          </a:p>
        </p:txBody>
      </p:sp>
      <p:pic>
        <p:nvPicPr>
          <p:cNvPr id="5" name="內容版面配置區 4" descr="一張含有 螢幕擷取畫面, 時鐘, 圖表, 文字 的圖片&#10;&#10;AI 產生的內容可能不正確。">
            <a:extLst>
              <a:ext uri="{FF2B5EF4-FFF2-40B4-BE49-F238E27FC236}">
                <a16:creationId xmlns:a16="http://schemas.microsoft.com/office/drawing/2014/main" id="{D11A6EF7-AE6C-9999-AF10-946DC8EFF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76" y="365125"/>
            <a:ext cx="4481036" cy="594017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0F77B1-BDE2-6EE3-3D0A-50A8047DEB2C}"/>
                  </a:ext>
                </a:extLst>
              </p:cNvPr>
              <p:cNvSpPr txBox="1"/>
              <p:nvPr/>
            </p:nvSpPr>
            <p:spPr>
              <a:xfrm>
                <a:off x="841314" y="3016251"/>
                <a:ext cx="4256678" cy="1475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𝑑𝑖𝑝</m:t>
                          </m:r>
                        </m:sub>
                      </m:sSub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zh-TW" sz="240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𝑑𝑖𝑝</m:t>
                          </m:r>
                        </m:sub>
                      </m:sSub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𝑑𝑖𝑝</m:t>
                          </m:r>
                        </m:sub>
                      </m:sSub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b="1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0F77B1-BDE2-6EE3-3D0A-50A8047DE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14" y="3016251"/>
                <a:ext cx="4256678" cy="1475276"/>
              </a:xfrm>
              <a:prstGeom prst="rect">
                <a:avLst/>
              </a:prstGeom>
              <a:blipFill>
                <a:blip r:embed="rId3"/>
                <a:stretch>
                  <a:fillRect b="-34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86E9E4E3-4C3D-05C2-9138-5FF699662F27}"/>
              </a:ext>
            </a:extLst>
          </p:cNvPr>
          <p:cNvSpPr txBox="1"/>
          <p:nvPr/>
        </p:nvSpPr>
        <p:spPr>
          <a:xfrm>
            <a:off x="479744" y="1690688"/>
            <a:ext cx="609410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TW" sz="2400" dirty="0"/>
              <a:t>Dielectric particles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in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viscous liquid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Optical tweezers (Rayleigh approx.)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Change the </a:t>
            </a:r>
            <a:r>
              <a:rPr lang="en" altLang="zh-TW" sz="2400" dirty="0"/>
              <a:t>focal point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to control particles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378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819B67-4DF7-97BF-A144-20D4FD3A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AI</a:t>
            </a:r>
            <a:r>
              <a:rPr lang="zh-TW" altLang="en-US"/>
              <a:t>操作指南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F7AFE1-5AAE-D24A-E7C9-305595ECA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242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/>
              <a:t>在製作模擬網頁之前，請依照以下步驟與</a:t>
            </a:r>
            <a:r>
              <a:rPr lang="en-US" altLang="zh-TW" sz="2400"/>
              <a:t>AI</a:t>
            </a:r>
            <a:r>
              <a:rPr lang="zh-TW" altLang="en-US" sz="2400"/>
              <a:t>互動。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/>
              <a:t>請勿直接轉貼我的網址給</a:t>
            </a:r>
            <a:r>
              <a:rPr lang="en-US" altLang="zh-TW"/>
              <a:t>AI</a:t>
            </a:r>
            <a:endParaRPr lang="zh-TW" altLang="en-US"/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/>
              <a:t>請先嘗試用文字描述我先前模擬的物理設定與原理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/>
              <a:t>針對「系統如何對粒子指定溫度」進行討論。這裡不一定要用和我的相同方法，也要求理解太多數學細節，但你必須確保你自己清楚模擬的具體實作方法。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/>
              <a:t>寫出模擬網站後，請對「曲率」、「曲率改變速度」、「位能移動速度」影響進行測試，並提出定性上如何設定比較接近準靜條件（比較效率）。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2653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41C419-12D6-A8E0-33D4-61372DB1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參考評分標準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3AB9A-9A98-4AA9-CE8E-26D224813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684" y="1574467"/>
            <a:ext cx="11440632" cy="4351338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zh-TW" sz="2000" b="1" dirty="0"/>
              <a:t>1%</a:t>
            </a:r>
            <a:r>
              <a:rPr lang="zh-TW" altLang="en-US" sz="2000" b="1" dirty="0"/>
              <a:t> </a:t>
            </a:r>
            <a:r>
              <a:rPr lang="zh-TW" altLang="en-US" sz="2000" dirty="0"/>
              <a:t>：討論系統指定溫度的方式，並做出類似的可視化網站模擬。（必須讓系統做出正功才算成功）</a:t>
            </a:r>
          </a:p>
          <a:p>
            <a:pPr>
              <a:lnSpc>
                <a:spcPct val="160000"/>
              </a:lnSpc>
            </a:pPr>
            <a:r>
              <a:rPr lang="en-US" altLang="zh-TW" sz="2000" b="1" dirty="0"/>
              <a:t>0.5%</a:t>
            </a:r>
            <a:r>
              <a:rPr lang="zh-TW" altLang="en-US" sz="2000" b="1" dirty="0"/>
              <a:t> </a:t>
            </a:r>
            <a:r>
              <a:rPr lang="zh-TW" altLang="en-US" sz="2000" dirty="0"/>
              <a:t>：討論物理參數（見前頁）定性上對準靜態近似的影響，並從模擬數據中得到驗證</a:t>
            </a:r>
          </a:p>
          <a:p>
            <a:pPr>
              <a:lnSpc>
                <a:spcPct val="160000"/>
              </a:lnSpc>
            </a:pPr>
            <a:r>
              <a:rPr lang="en-US" altLang="zh-TW" sz="2000" b="1" dirty="0"/>
              <a:t>0.5%</a:t>
            </a:r>
            <a:r>
              <a:rPr lang="zh-TW" altLang="en-US" sz="2000" b="1" dirty="0"/>
              <a:t> </a:t>
            </a:r>
            <a:r>
              <a:rPr lang="zh-TW" altLang="en-US" sz="2000" dirty="0"/>
              <a:t>：在適當的參數和邊界條件，將「溫差」、「曲率比值（取對數）」兩者分別對「一個循環的對外做功」做圖，每個數據點可做多次取平均，並驗證關係均為線性。（斜率、截距等受物理設定與邊界條件影響，不需精確對照簡報的圖）</a:t>
            </a:r>
          </a:p>
          <a:p>
            <a:pPr>
              <a:lnSpc>
                <a:spcPct val="160000"/>
              </a:lnSpc>
            </a:pPr>
            <a:r>
              <a:rPr lang="en-US" altLang="zh-TW" sz="2000" b="1" dirty="0"/>
              <a:t>(Bonus) 0.5%</a:t>
            </a:r>
            <a:r>
              <a:rPr lang="zh-TW" altLang="en-US" sz="2000" b="1" dirty="0"/>
              <a:t> </a:t>
            </a:r>
            <a:r>
              <a:rPr lang="zh-TW" altLang="en-US" sz="2000" dirty="0"/>
              <a:t>：目前的模擬是</a:t>
            </a:r>
            <a:r>
              <a:rPr lang="en-US" altLang="zh-TW" sz="2000" dirty="0"/>
              <a:t>x</a:t>
            </a:r>
            <a:r>
              <a:rPr lang="zh-TW" altLang="en-US" sz="2000" dirty="0"/>
              <a:t>方向有硬牆作為體積限制，</a:t>
            </a:r>
            <a:r>
              <a:rPr lang="en-US" altLang="zh-TW" sz="2000" dirty="0"/>
              <a:t>y</a:t>
            </a:r>
            <a:r>
              <a:rPr lang="zh-TW" altLang="en-US" sz="2000" dirty="0"/>
              <a:t>方向取週期邊界條件，然而這樣會受硬牆反射影響分配函數。你能夠設法將兩個方向都設定成週期邊界，且同時確保物理模擬的有效性嗎？</a:t>
            </a:r>
            <a:endParaRPr lang="en-US" altLang="zh-TW" sz="2000" dirty="0"/>
          </a:p>
          <a:p>
            <a:pPr>
              <a:lnSpc>
                <a:spcPct val="160000"/>
              </a:lnSpc>
            </a:pPr>
            <a:r>
              <a:rPr lang="zh-TW" altLang="en-US" sz="2000" dirty="0">
                <a:solidFill>
                  <a:srgbClr val="C00000"/>
                </a:solidFill>
              </a:rPr>
              <a:t>除了</a:t>
            </a:r>
            <a:r>
              <a:rPr lang="en-US" altLang="zh-TW" sz="2000" dirty="0">
                <a:solidFill>
                  <a:srgbClr val="C00000"/>
                </a:solidFill>
              </a:rPr>
              <a:t>html</a:t>
            </a:r>
            <a:r>
              <a:rPr lang="zh-TW" altLang="en-US" sz="2000" dirty="0">
                <a:solidFill>
                  <a:srgbClr val="C00000"/>
                </a:solidFill>
              </a:rPr>
              <a:t>檔，請再交一份</a:t>
            </a:r>
            <a:r>
              <a:rPr lang="en-US" altLang="zh-TW" sz="2000" dirty="0">
                <a:solidFill>
                  <a:srgbClr val="C00000"/>
                </a:solidFill>
              </a:rPr>
              <a:t>pdf</a:t>
            </a:r>
            <a:r>
              <a:rPr lang="zh-TW" altLang="en-US" sz="2000" dirty="0">
                <a:solidFill>
                  <a:srgbClr val="C00000"/>
                </a:solidFill>
              </a:rPr>
              <a:t>進行以上文字說明與作圖部分（文字說明請自己寫，勿直接從</a:t>
            </a:r>
            <a:r>
              <a:rPr lang="en-US" altLang="zh-TW" sz="2000" dirty="0">
                <a:solidFill>
                  <a:srgbClr val="C00000"/>
                </a:solidFill>
              </a:rPr>
              <a:t>AI</a:t>
            </a:r>
            <a:r>
              <a:rPr lang="zh-TW" altLang="en-US" sz="2000" dirty="0">
                <a:solidFill>
                  <a:srgbClr val="C00000"/>
                </a:solidFill>
              </a:rPr>
              <a:t>複製）</a:t>
            </a:r>
            <a:endParaRPr lang="en-US" altLang="zh-TW" sz="2000" dirty="0">
              <a:solidFill>
                <a:srgbClr val="C00000"/>
              </a:solidFill>
            </a:endParaRPr>
          </a:p>
          <a:p>
            <a:pPr>
              <a:lnSpc>
                <a:spcPct val="160000"/>
              </a:lnSpc>
            </a:pP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88309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997610-4B50-D662-78ED-09E0C49A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Further questions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F1522B-C223-59C1-81A6-8E4EA5BAD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37273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/>
              <a:t>What are the “</a:t>
            </a:r>
            <a:r>
              <a:rPr kumimoji="1" lang="en-US" altLang="zh-TW"/>
              <a:t>Generalized force</a:t>
            </a:r>
            <a:r>
              <a:rPr lang="en-US" altLang="zh-TW"/>
              <a:t>” and “</a:t>
            </a:r>
            <a:r>
              <a:rPr kumimoji="1" lang="en-US" altLang="zh-TW"/>
              <a:t>Generalized displacement</a:t>
            </a:r>
            <a:r>
              <a:rPr lang="en-US" altLang="zh-TW"/>
              <a:t>” in this system?</a:t>
            </a:r>
          </a:p>
          <a:p>
            <a:pPr>
              <a:lnSpc>
                <a:spcPct val="150000"/>
              </a:lnSpc>
            </a:pPr>
            <a:r>
              <a:rPr lang="en-US" altLang="zh-TW"/>
              <a:t>How can the moving speed and changing rate of potential well affect the system? Will it increase or decrease the net work?</a:t>
            </a:r>
          </a:p>
          <a:p>
            <a:pPr>
              <a:lnSpc>
                <a:spcPct val="150000"/>
              </a:lnSpc>
            </a:pPr>
            <a:r>
              <a:rPr lang="en-US" altLang="zh-TW"/>
              <a:t>How can we control the temperature of the particle during the simulation? Is the “temperature” quantity well-defined? 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264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1" name="筆跡 80">
                <a:extLst>
                  <a:ext uri="{FF2B5EF4-FFF2-40B4-BE49-F238E27FC236}">
                    <a16:creationId xmlns:a16="http://schemas.microsoft.com/office/drawing/2014/main" id="{3D75F012-1847-8C1D-9311-AD7360FD30BC}"/>
                  </a:ext>
                </a:extLst>
              </p14:cNvPr>
              <p14:cNvContentPartPr/>
              <p14:nvPr/>
            </p14:nvContentPartPr>
            <p14:xfrm>
              <a:off x="371243" y="353356"/>
              <a:ext cx="1526760" cy="579240"/>
            </p14:xfrm>
          </p:contentPart>
        </mc:Choice>
        <mc:Fallback xmlns="">
          <p:pic>
            <p:nvPicPr>
              <p:cNvPr id="81" name="筆跡 80">
                <a:extLst>
                  <a:ext uri="{FF2B5EF4-FFF2-40B4-BE49-F238E27FC236}">
                    <a16:creationId xmlns:a16="http://schemas.microsoft.com/office/drawing/2014/main" id="{3D75F012-1847-8C1D-9311-AD7360FD30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0283" y="322415"/>
                <a:ext cx="1587960" cy="640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2" name="筆跡 81">
                <a:extLst>
                  <a:ext uri="{FF2B5EF4-FFF2-40B4-BE49-F238E27FC236}">
                    <a16:creationId xmlns:a16="http://schemas.microsoft.com/office/drawing/2014/main" id="{96B69E68-B046-B349-BA8A-A3E26A27432C}"/>
                  </a:ext>
                </a:extLst>
              </p14:cNvPr>
              <p14:cNvContentPartPr/>
              <p14:nvPr/>
            </p14:nvContentPartPr>
            <p14:xfrm>
              <a:off x="202043" y="1260953"/>
              <a:ext cx="196560" cy="204120"/>
            </p14:xfrm>
          </p:contentPart>
        </mc:Choice>
        <mc:Fallback xmlns="">
          <p:pic>
            <p:nvPicPr>
              <p:cNvPr id="82" name="筆跡 81">
                <a:extLst>
                  <a:ext uri="{FF2B5EF4-FFF2-40B4-BE49-F238E27FC236}">
                    <a16:creationId xmlns:a16="http://schemas.microsoft.com/office/drawing/2014/main" id="{96B69E68-B046-B349-BA8A-A3E26A2743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026" y="1229993"/>
                <a:ext cx="257872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3" name="筆跡 82">
                <a:extLst>
                  <a:ext uri="{FF2B5EF4-FFF2-40B4-BE49-F238E27FC236}">
                    <a16:creationId xmlns:a16="http://schemas.microsoft.com/office/drawing/2014/main" id="{94AF21C8-866C-CFD4-4EEA-9C959886CBB7}"/>
                  </a:ext>
                </a:extLst>
              </p14:cNvPr>
              <p14:cNvContentPartPr/>
              <p14:nvPr/>
            </p14:nvContentPartPr>
            <p14:xfrm>
              <a:off x="474923" y="1132073"/>
              <a:ext cx="158040" cy="352080"/>
            </p14:xfrm>
          </p:contentPart>
        </mc:Choice>
        <mc:Fallback xmlns="">
          <p:pic>
            <p:nvPicPr>
              <p:cNvPr id="83" name="筆跡 82">
                <a:extLst>
                  <a:ext uri="{FF2B5EF4-FFF2-40B4-BE49-F238E27FC236}">
                    <a16:creationId xmlns:a16="http://schemas.microsoft.com/office/drawing/2014/main" id="{94AF21C8-866C-CFD4-4EEA-9C959886CB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3963" y="1101113"/>
                <a:ext cx="21924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6" name="筆跡 85">
                <a:extLst>
                  <a:ext uri="{FF2B5EF4-FFF2-40B4-BE49-F238E27FC236}">
                    <a16:creationId xmlns:a16="http://schemas.microsoft.com/office/drawing/2014/main" id="{391331F3-AB5F-D04B-89A7-475AC654C1C1}"/>
                  </a:ext>
                </a:extLst>
              </p14:cNvPr>
              <p14:cNvContentPartPr/>
              <p14:nvPr/>
            </p14:nvContentPartPr>
            <p14:xfrm>
              <a:off x="686603" y="1276073"/>
              <a:ext cx="131040" cy="196560"/>
            </p14:xfrm>
          </p:contentPart>
        </mc:Choice>
        <mc:Fallback xmlns="">
          <p:pic>
            <p:nvPicPr>
              <p:cNvPr id="86" name="筆跡 85">
                <a:extLst>
                  <a:ext uri="{FF2B5EF4-FFF2-40B4-BE49-F238E27FC236}">
                    <a16:creationId xmlns:a16="http://schemas.microsoft.com/office/drawing/2014/main" id="{391331F3-AB5F-D04B-89A7-475AC654C1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5728" y="1245113"/>
                <a:ext cx="192072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9" name="筆跡 88">
                <a:extLst>
                  <a:ext uri="{FF2B5EF4-FFF2-40B4-BE49-F238E27FC236}">
                    <a16:creationId xmlns:a16="http://schemas.microsoft.com/office/drawing/2014/main" id="{85F35A06-A14B-2D06-8BDB-B866B9FCFC78}"/>
                  </a:ext>
                </a:extLst>
              </p14:cNvPr>
              <p14:cNvContentPartPr/>
              <p14:nvPr/>
            </p14:nvContentPartPr>
            <p14:xfrm>
              <a:off x="817283" y="1422233"/>
              <a:ext cx="134640" cy="135000"/>
            </p14:xfrm>
          </p:contentPart>
        </mc:Choice>
        <mc:Fallback xmlns="">
          <p:pic>
            <p:nvPicPr>
              <p:cNvPr id="89" name="筆跡 88">
                <a:extLst>
                  <a:ext uri="{FF2B5EF4-FFF2-40B4-BE49-F238E27FC236}">
                    <a16:creationId xmlns:a16="http://schemas.microsoft.com/office/drawing/2014/main" id="{85F35A06-A14B-2D06-8BDB-B866B9FCFC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6323" y="1391273"/>
                <a:ext cx="19584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8" name="筆跡 97">
                <a:extLst>
                  <a:ext uri="{FF2B5EF4-FFF2-40B4-BE49-F238E27FC236}">
                    <a16:creationId xmlns:a16="http://schemas.microsoft.com/office/drawing/2014/main" id="{B33C31A6-5901-374E-7301-D22BDAC4336F}"/>
                  </a:ext>
                </a:extLst>
              </p14:cNvPr>
              <p14:cNvContentPartPr/>
              <p14:nvPr/>
            </p14:nvContentPartPr>
            <p14:xfrm>
              <a:off x="262289" y="2138371"/>
              <a:ext cx="446760" cy="313560"/>
            </p14:xfrm>
          </p:contentPart>
        </mc:Choice>
        <mc:Fallback xmlns="">
          <p:pic>
            <p:nvPicPr>
              <p:cNvPr id="98" name="筆跡 97">
                <a:extLst>
                  <a:ext uri="{FF2B5EF4-FFF2-40B4-BE49-F238E27FC236}">
                    <a16:creationId xmlns:a16="http://schemas.microsoft.com/office/drawing/2014/main" id="{B33C31A6-5901-374E-7301-D22BDAC433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1304" y="2107411"/>
                <a:ext cx="508009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9" name="筆跡 98">
                <a:extLst>
                  <a:ext uri="{FF2B5EF4-FFF2-40B4-BE49-F238E27FC236}">
                    <a16:creationId xmlns:a16="http://schemas.microsoft.com/office/drawing/2014/main" id="{83A0B372-47CE-2634-6155-01883DCC68E9}"/>
                  </a:ext>
                </a:extLst>
              </p14:cNvPr>
              <p14:cNvContentPartPr/>
              <p14:nvPr/>
            </p14:nvContentPartPr>
            <p14:xfrm>
              <a:off x="854489" y="2301811"/>
              <a:ext cx="50400" cy="4320"/>
            </p14:xfrm>
          </p:contentPart>
        </mc:Choice>
        <mc:Fallback xmlns="">
          <p:pic>
            <p:nvPicPr>
              <p:cNvPr id="99" name="筆跡 98">
                <a:extLst>
                  <a:ext uri="{FF2B5EF4-FFF2-40B4-BE49-F238E27FC236}">
                    <a16:creationId xmlns:a16="http://schemas.microsoft.com/office/drawing/2014/main" id="{83A0B372-47CE-2634-6155-01883DCC68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306" y="2270851"/>
                <a:ext cx="1120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0" name="筆跡 99">
                <a:extLst>
                  <a:ext uri="{FF2B5EF4-FFF2-40B4-BE49-F238E27FC236}">
                    <a16:creationId xmlns:a16="http://schemas.microsoft.com/office/drawing/2014/main" id="{2EE540E7-C6C3-70AE-159A-A03CF4D507DA}"/>
                  </a:ext>
                </a:extLst>
              </p14:cNvPr>
              <p14:cNvContentPartPr/>
              <p14:nvPr/>
            </p14:nvContentPartPr>
            <p14:xfrm>
              <a:off x="858449" y="2343931"/>
              <a:ext cx="65880" cy="15480"/>
            </p14:xfrm>
          </p:contentPart>
        </mc:Choice>
        <mc:Fallback xmlns="">
          <p:pic>
            <p:nvPicPr>
              <p:cNvPr id="100" name="筆跡 99">
                <a:extLst>
                  <a:ext uri="{FF2B5EF4-FFF2-40B4-BE49-F238E27FC236}">
                    <a16:creationId xmlns:a16="http://schemas.microsoft.com/office/drawing/2014/main" id="{2EE540E7-C6C3-70AE-159A-A03CF4D507D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7489" y="2312234"/>
                <a:ext cx="127080" cy="78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1" name="筆跡 100">
                <a:extLst>
                  <a:ext uri="{FF2B5EF4-FFF2-40B4-BE49-F238E27FC236}">
                    <a16:creationId xmlns:a16="http://schemas.microsoft.com/office/drawing/2014/main" id="{72AF59B8-E380-A863-AE80-8E079499CA2E}"/>
                  </a:ext>
                </a:extLst>
              </p14:cNvPr>
              <p14:cNvContentPartPr/>
              <p14:nvPr/>
            </p14:nvContentPartPr>
            <p14:xfrm>
              <a:off x="1058249" y="2225131"/>
              <a:ext cx="117360" cy="226080"/>
            </p14:xfrm>
          </p:contentPart>
        </mc:Choice>
        <mc:Fallback xmlns="">
          <p:pic>
            <p:nvPicPr>
              <p:cNvPr id="101" name="筆跡 100">
                <a:extLst>
                  <a:ext uri="{FF2B5EF4-FFF2-40B4-BE49-F238E27FC236}">
                    <a16:creationId xmlns:a16="http://schemas.microsoft.com/office/drawing/2014/main" id="{72AF59B8-E380-A863-AE80-8E079499CA2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27289" y="2194122"/>
                <a:ext cx="178560" cy="287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2" name="筆跡 101">
                <a:extLst>
                  <a:ext uri="{FF2B5EF4-FFF2-40B4-BE49-F238E27FC236}">
                    <a16:creationId xmlns:a16="http://schemas.microsoft.com/office/drawing/2014/main" id="{99922B51-8C47-D3A5-26A5-41AFAA81584A}"/>
                  </a:ext>
                </a:extLst>
              </p14:cNvPr>
              <p14:cNvContentPartPr/>
              <p14:nvPr/>
            </p14:nvContentPartPr>
            <p14:xfrm>
              <a:off x="1192889" y="2409451"/>
              <a:ext cx="69480" cy="4320"/>
            </p14:xfrm>
          </p:contentPart>
        </mc:Choice>
        <mc:Fallback xmlns="">
          <p:pic>
            <p:nvPicPr>
              <p:cNvPr id="102" name="筆跡 101">
                <a:extLst>
                  <a:ext uri="{FF2B5EF4-FFF2-40B4-BE49-F238E27FC236}">
                    <a16:creationId xmlns:a16="http://schemas.microsoft.com/office/drawing/2014/main" id="{99922B51-8C47-D3A5-26A5-41AFAA81584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61929" y="2378491"/>
                <a:ext cx="1306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3" name="筆跡 102">
                <a:extLst>
                  <a:ext uri="{FF2B5EF4-FFF2-40B4-BE49-F238E27FC236}">
                    <a16:creationId xmlns:a16="http://schemas.microsoft.com/office/drawing/2014/main" id="{7B53F358-EA2D-1FA0-203B-99FC7AF255D8}"/>
                  </a:ext>
                </a:extLst>
              </p14:cNvPr>
              <p14:cNvContentPartPr/>
              <p14:nvPr/>
            </p14:nvContentPartPr>
            <p14:xfrm>
              <a:off x="1200449" y="2366971"/>
              <a:ext cx="42480" cy="111960"/>
            </p14:xfrm>
          </p:contentPart>
        </mc:Choice>
        <mc:Fallback xmlns="">
          <p:pic>
            <p:nvPicPr>
              <p:cNvPr id="103" name="筆跡 102">
                <a:extLst>
                  <a:ext uri="{FF2B5EF4-FFF2-40B4-BE49-F238E27FC236}">
                    <a16:creationId xmlns:a16="http://schemas.microsoft.com/office/drawing/2014/main" id="{7B53F358-EA2D-1FA0-203B-99FC7AF255D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69489" y="2335911"/>
                <a:ext cx="103680" cy="173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" name="筆跡 103">
                <a:extLst>
                  <a:ext uri="{FF2B5EF4-FFF2-40B4-BE49-F238E27FC236}">
                    <a16:creationId xmlns:a16="http://schemas.microsoft.com/office/drawing/2014/main" id="{0CAA69BC-2A29-26B8-3444-C168B20E9D84}"/>
                  </a:ext>
                </a:extLst>
              </p14:cNvPr>
              <p14:cNvContentPartPr/>
              <p14:nvPr/>
            </p14:nvContentPartPr>
            <p14:xfrm>
              <a:off x="1343009" y="2126491"/>
              <a:ext cx="138960" cy="325440"/>
            </p14:xfrm>
          </p:contentPart>
        </mc:Choice>
        <mc:Fallback xmlns="">
          <p:pic>
            <p:nvPicPr>
              <p:cNvPr id="104" name="筆跡 103">
                <a:extLst>
                  <a:ext uri="{FF2B5EF4-FFF2-40B4-BE49-F238E27FC236}">
                    <a16:creationId xmlns:a16="http://schemas.microsoft.com/office/drawing/2014/main" id="{0CAA69BC-2A29-26B8-3444-C168B20E9D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12049" y="2095565"/>
                <a:ext cx="200160" cy="3865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" name="筆跡 104">
                <a:extLst>
                  <a:ext uri="{FF2B5EF4-FFF2-40B4-BE49-F238E27FC236}">
                    <a16:creationId xmlns:a16="http://schemas.microsoft.com/office/drawing/2014/main" id="{F0F47894-B7D6-BEE1-8760-2DC30650AFA8}"/>
                  </a:ext>
                </a:extLst>
              </p14:cNvPr>
              <p14:cNvContentPartPr/>
              <p14:nvPr/>
            </p14:nvContentPartPr>
            <p14:xfrm>
              <a:off x="1519769" y="2324851"/>
              <a:ext cx="146520" cy="21600"/>
            </p14:xfrm>
          </p:contentPart>
        </mc:Choice>
        <mc:Fallback xmlns="">
          <p:pic>
            <p:nvPicPr>
              <p:cNvPr id="105" name="筆跡 104">
                <a:extLst>
                  <a:ext uri="{FF2B5EF4-FFF2-40B4-BE49-F238E27FC236}">
                    <a16:creationId xmlns:a16="http://schemas.microsoft.com/office/drawing/2014/main" id="{F0F47894-B7D6-BEE1-8760-2DC30650AFA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88809" y="2293891"/>
                <a:ext cx="2077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9" name="筆跡 108">
                <a:extLst>
                  <a:ext uri="{FF2B5EF4-FFF2-40B4-BE49-F238E27FC236}">
                    <a16:creationId xmlns:a16="http://schemas.microsoft.com/office/drawing/2014/main" id="{5DE6AA76-7A00-6743-DD98-8A1F48D413CC}"/>
                  </a:ext>
                </a:extLst>
              </p14:cNvPr>
              <p14:cNvContentPartPr/>
              <p14:nvPr/>
            </p14:nvContentPartPr>
            <p14:xfrm>
              <a:off x="1585289" y="2263291"/>
              <a:ext cx="115560" cy="235080"/>
            </p14:xfrm>
          </p:contentPart>
        </mc:Choice>
        <mc:Fallback xmlns="">
          <p:pic>
            <p:nvPicPr>
              <p:cNvPr id="109" name="筆跡 108">
                <a:extLst>
                  <a:ext uri="{FF2B5EF4-FFF2-40B4-BE49-F238E27FC236}">
                    <a16:creationId xmlns:a16="http://schemas.microsoft.com/office/drawing/2014/main" id="{5DE6AA76-7A00-6743-DD98-8A1F48D413C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54329" y="2232331"/>
                <a:ext cx="1767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2" name="筆跡 111">
                <a:extLst>
                  <a:ext uri="{FF2B5EF4-FFF2-40B4-BE49-F238E27FC236}">
                    <a16:creationId xmlns:a16="http://schemas.microsoft.com/office/drawing/2014/main" id="{1EFD5D49-FAC2-F983-B9A6-C8235E1682FD}"/>
                  </a:ext>
                </a:extLst>
              </p14:cNvPr>
              <p14:cNvContentPartPr/>
              <p14:nvPr/>
            </p14:nvContentPartPr>
            <p14:xfrm>
              <a:off x="1071083" y="1318913"/>
              <a:ext cx="81360" cy="92160"/>
            </p14:xfrm>
          </p:contentPart>
        </mc:Choice>
        <mc:Fallback xmlns="">
          <p:pic>
            <p:nvPicPr>
              <p:cNvPr id="112" name="筆跡 111">
                <a:extLst>
                  <a:ext uri="{FF2B5EF4-FFF2-40B4-BE49-F238E27FC236}">
                    <a16:creationId xmlns:a16="http://schemas.microsoft.com/office/drawing/2014/main" id="{1EFD5D49-FAC2-F983-B9A6-C8235E1682F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9985" y="1288073"/>
                <a:ext cx="142832" cy="153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6" name="筆跡 115">
                <a:extLst>
                  <a:ext uri="{FF2B5EF4-FFF2-40B4-BE49-F238E27FC236}">
                    <a16:creationId xmlns:a16="http://schemas.microsoft.com/office/drawing/2014/main" id="{AA9ACDD9-3EB4-28FF-AF75-37C23C79FE71}"/>
                  </a:ext>
                </a:extLst>
              </p14:cNvPr>
              <p14:cNvContentPartPr/>
              <p14:nvPr/>
            </p14:nvContentPartPr>
            <p14:xfrm>
              <a:off x="1336403" y="1368593"/>
              <a:ext cx="84960" cy="23400"/>
            </p14:xfrm>
          </p:contentPart>
        </mc:Choice>
        <mc:Fallback xmlns="">
          <p:pic>
            <p:nvPicPr>
              <p:cNvPr id="116" name="筆跡 115">
                <a:extLst>
                  <a:ext uri="{FF2B5EF4-FFF2-40B4-BE49-F238E27FC236}">
                    <a16:creationId xmlns:a16="http://schemas.microsoft.com/office/drawing/2014/main" id="{AA9ACDD9-3EB4-28FF-AF75-37C23C79FE7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305311" y="1337633"/>
                <a:ext cx="1464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2" name="筆跡 131">
                <a:extLst>
                  <a:ext uri="{FF2B5EF4-FFF2-40B4-BE49-F238E27FC236}">
                    <a16:creationId xmlns:a16="http://schemas.microsoft.com/office/drawing/2014/main" id="{62F70089-4DD1-BAFB-91E9-9A1FB3F03123}"/>
                  </a:ext>
                </a:extLst>
              </p14:cNvPr>
              <p14:cNvContentPartPr/>
              <p14:nvPr/>
            </p14:nvContentPartPr>
            <p14:xfrm>
              <a:off x="1563959" y="1376720"/>
              <a:ext cx="479880" cy="314280"/>
            </p14:xfrm>
          </p:contentPart>
        </mc:Choice>
        <mc:Fallback xmlns="">
          <p:pic>
            <p:nvPicPr>
              <p:cNvPr id="132" name="筆跡 131">
                <a:extLst>
                  <a:ext uri="{FF2B5EF4-FFF2-40B4-BE49-F238E27FC236}">
                    <a16:creationId xmlns:a16="http://schemas.microsoft.com/office/drawing/2014/main" id="{62F70089-4DD1-BAFB-91E9-9A1FB3F0312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32999" y="1345795"/>
                <a:ext cx="541080" cy="375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5" name="筆跡 134">
                <a:extLst>
                  <a:ext uri="{FF2B5EF4-FFF2-40B4-BE49-F238E27FC236}">
                    <a16:creationId xmlns:a16="http://schemas.microsoft.com/office/drawing/2014/main" id="{4F6C489F-2726-0F16-152B-15C2E3F42534}"/>
                  </a:ext>
                </a:extLst>
              </p14:cNvPr>
              <p14:cNvContentPartPr/>
              <p14:nvPr/>
            </p14:nvContentPartPr>
            <p14:xfrm>
              <a:off x="1552439" y="1060280"/>
              <a:ext cx="277560" cy="227520"/>
            </p14:xfrm>
          </p:contentPart>
        </mc:Choice>
        <mc:Fallback xmlns="">
          <p:pic>
            <p:nvPicPr>
              <p:cNvPr id="135" name="筆跡 134">
                <a:extLst>
                  <a:ext uri="{FF2B5EF4-FFF2-40B4-BE49-F238E27FC236}">
                    <a16:creationId xmlns:a16="http://schemas.microsoft.com/office/drawing/2014/main" id="{4F6C489F-2726-0F16-152B-15C2E3F4253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21479" y="1029320"/>
                <a:ext cx="3387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1" name="筆跡 140">
                <a:extLst>
                  <a:ext uri="{FF2B5EF4-FFF2-40B4-BE49-F238E27FC236}">
                    <a16:creationId xmlns:a16="http://schemas.microsoft.com/office/drawing/2014/main" id="{337A1B3E-4355-B723-80C8-CB5DBAFAC0E1}"/>
                  </a:ext>
                </a:extLst>
              </p14:cNvPr>
              <p14:cNvContentPartPr/>
              <p14:nvPr/>
            </p14:nvContentPartPr>
            <p14:xfrm>
              <a:off x="1922010" y="1129698"/>
              <a:ext cx="291240" cy="194400"/>
            </p14:xfrm>
          </p:contentPart>
        </mc:Choice>
        <mc:Fallback xmlns="">
          <p:pic>
            <p:nvPicPr>
              <p:cNvPr id="141" name="筆跡 140">
                <a:extLst>
                  <a:ext uri="{FF2B5EF4-FFF2-40B4-BE49-F238E27FC236}">
                    <a16:creationId xmlns:a16="http://schemas.microsoft.com/office/drawing/2014/main" id="{337A1B3E-4355-B723-80C8-CB5DBAFAC0E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91050" y="1098738"/>
                <a:ext cx="3524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9" name="筆跡 148">
                <a:extLst>
                  <a:ext uri="{FF2B5EF4-FFF2-40B4-BE49-F238E27FC236}">
                    <a16:creationId xmlns:a16="http://schemas.microsoft.com/office/drawing/2014/main" id="{40C40DEC-6DAF-36B4-4BFB-5440EEECCD3E}"/>
                  </a:ext>
                </a:extLst>
              </p14:cNvPr>
              <p14:cNvContentPartPr/>
              <p14:nvPr/>
            </p14:nvContentPartPr>
            <p14:xfrm>
              <a:off x="2009490" y="1074258"/>
              <a:ext cx="766800" cy="369720"/>
            </p14:xfrm>
          </p:contentPart>
        </mc:Choice>
        <mc:Fallback xmlns="">
          <p:pic>
            <p:nvPicPr>
              <p:cNvPr id="149" name="筆跡 148">
                <a:extLst>
                  <a:ext uri="{FF2B5EF4-FFF2-40B4-BE49-F238E27FC236}">
                    <a16:creationId xmlns:a16="http://schemas.microsoft.com/office/drawing/2014/main" id="{40C40DEC-6DAF-36B4-4BFB-5440EEECCD3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78530" y="1043328"/>
                <a:ext cx="828000" cy="430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2" name="筆跡 151">
                <a:extLst>
                  <a:ext uri="{FF2B5EF4-FFF2-40B4-BE49-F238E27FC236}">
                    <a16:creationId xmlns:a16="http://schemas.microsoft.com/office/drawing/2014/main" id="{F255B10A-A8FD-F1C3-56E5-136A2A28C403}"/>
                  </a:ext>
                </a:extLst>
              </p14:cNvPr>
              <p14:cNvContentPartPr/>
              <p14:nvPr/>
            </p14:nvContentPartPr>
            <p14:xfrm>
              <a:off x="460649" y="2623774"/>
              <a:ext cx="245160" cy="432360"/>
            </p14:xfrm>
          </p:contentPart>
        </mc:Choice>
        <mc:Fallback xmlns="">
          <p:pic>
            <p:nvPicPr>
              <p:cNvPr id="152" name="筆跡 151">
                <a:extLst>
                  <a:ext uri="{FF2B5EF4-FFF2-40B4-BE49-F238E27FC236}">
                    <a16:creationId xmlns:a16="http://schemas.microsoft.com/office/drawing/2014/main" id="{F255B10A-A8FD-F1C3-56E5-136A2A28C40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689" y="2592814"/>
                <a:ext cx="30636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4" name="筆跡 163">
                <a:extLst>
                  <a:ext uri="{FF2B5EF4-FFF2-40B4-BE49-F238E27FC236}">
                    <a16:creationId xmlns:a16="http://schemas.microsoft.com/office/drawing/2014/main" id="{B5BC43F7-6F37-3A26-FB76-37C3E074B015}"/>
                  </a:ext>
                </a:extLst>
              </p14:cNvPr>
              <p14:cNvContentPartPr/>
              <p14:nvPr/>
            </p14:nvContentPartPr>
            <p14:xfrm>
              <a:off x="836849" y="2806294"/>
              <a:ext cx="1007280" cy="523440"/>
            </p14:xfrm>
          </p:contentPart>
        </mc:Choice>
        <mc:Fallback xmlns="">
          <p:pic>
            <p:nvPicPr>
              <p:cNvPr id="164" name="筆跡 163">
                <a:extLst>
                  <a:ext uri="{FF2B5EF4-FFF2-40B4-BE49-F238E27FC236}">
                    <a16:creationId xmlns:a16="http://schemas.microsoft.com/office/drawing/2014/main" id="{B5BC43F7-6F37-3A26-FB76-37C3E074B01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5878" y="2775334"/>
                <a:ext cx="1068502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7" name="筆跡 176">
                <a:extLst>
                  <a:ext uri="{FF2B5EF4-FFF2-40B4-BE49-F238E27FC236}">
                    <a16:creationId xmlns:a16="http://schemas.microsoft.com/office/drawing/2014/main" id="{9D6DCF4C-5840-8CFF-8BEE-A72FD30463C8}"/>
                  </a:ext>
                </a:extLst>
              </p14:cNvPr>
              <p14:cNvContentPartPr/>
              <p14:nvPr/>
            </p14:nvContentPartPr>
            <p14:xfrm>
              <a:off x="2062971" y="2877457"/>
              <a:ext cx="887400" cy="442440"/>
            </p14:xfrm>
          </p:contentPart>
        </mc:Choice>
        <mc:Fallback xmlns="">
          <p:pic>
            <p:nvPicPr>
              <p:cNvPr id="177" name="筆跡 176">
                <a:extLst>
                  <a:ext uri="{FF2B5EF4-FFF2-40B4-BE49-F238E27FC236}">
                    <a16:creationId xmlns:a16="http://schemas.microsoft.com/office/drawing/2014/main" id="{9D6DCF4C-5840-8CFF-8BEE-A72FD30463C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032011" y="2846472"/>
                <a:ext cx="948600" cy="503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7" name="筆跡 186">
                <a:extLst>
                  <a:ext uri="{FF2B5EF4-FFF2-40B4-BE49-F238E27FC236}">
                    <a16:creationId xmlns:a16="http://schemas.microsoft.com/office/drawing/2014/main" id="{29CEF589-DB03-AB8A-00E8-0ED2D5E6D83A}"/>
                  </a:ext>
                </a:extLst>
              </p14:cNvPr>
              <p14:cNvContentPartPr/>
              <p14:nvPr/>
            </p14:nvContentPartPr>
            <p14:xfrm>
              <a:off x="2858504" y="1191040"/>
              <a:ext cx="379800" cy="353160"/>
            </p14:xfrm>
          </p:contentPart>
        </mc:Choice>
        <mc:Fallback xmlns="">
          <p:pic>
            <p:nvPicPr>
              <p:cNvPr id="187" name="筆跡 186">
                <a:extLst>
                  <a:ext uri="{FF2B5EF4-FFF2-40B4-BE49-F238E27FC236}">
                    <a16:creationId xmlns:a16="http://schemas.microsoft.com/office/drawing/2014/main" id="{29CEF589-DB03-AB8A-00E8-0ED2D5E6D83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27544" y="1160112"/>
                <a:ext cx="441000" cy="414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8" name="筆跡 187">
                <a:extLst>
                  <a:ext uri="{FF2B5EF4-FFF2-40B4-BE49-F238E27FC236}">
                    <a16:creationId xmlns:a16="http://schemas.microsoft.com/office/drawing/2014/main" id="{142A84C9-382A-360B-5CBB-1643D5D43B3A}"/>
                  </a:ext>
                </a:extLst>
              </p14:cNvPr>
              <p14:cNvContentPartPr/>
              <p14:nvPr/>
            </p14:nvContentPartPr>
            <p14:xfrm>
              <a:off x="3395657" y="1439061"/>
              <a:ext cx="108000" cy="14400"/>
            </p14:xfrm>
          </p:contentPart>
        </mc:Choice>
        <mc:Fallback xmlns="">
          <p:pic>
            <p:nvPicPr>
              <p:cNvPr id="188" name="筆跡 187">
                <a:extLst>
                  <a:ext uri="{FF2B5EF4-FFF2-40B4-BE49-F238E27FC236}">
                    <a16:creationId xmlns:a16="http://schemas.microsoft.com/office/drawing/2014/main" id="{142A84C9-382A-360B-5CBB-1643D5D43B3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64697" y="1407307"/>
                <a:ext cx="169200" cy="77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9" name="筆跡 188">
                <a:extLst>
                  <a:ext uri="{FF2B5EF4-FFF2-40B4-BE49-F238E27FC236}">
                    <a16:creationId xmlns:a16="http://schemas.microsoft.com/office/drawing/2014/main" id="{F541AE8D-D3E5-D954-F6CF-2DFC84E065E1}"/>
                  </a:ext>
                </a:extLst>
              </p14:cNvPr>
              <p14:cNvContentPartPr/>
              <p14:nvPr/>
            </p14:nvContentPartPr>
            <p14:xfrm>
              <a:off x="3615617" y="1325661"/>
              <a:ext cx="120240" cy="240840"/>
            </p14:xfrm>
          </p:contentPart>
        </mc:Choice>
        <mc:Fallback xmlns="">
          <p:pic>
            <p:nvPicPr>
              <p:cNvPr id="189" name="筆跡 188">
                <a:extLst>
                  <a:ext uri="{FF2B5EF4-FFF2-40B4-BE49-F238E27FC236}">
                    <a16:creationId xmlns:a16="http://schemas.microsoft.com/office/drawing/2014/main" id="{F541AE8D-D3E5-D954-F6CF-2DFC84E065E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84657" y="1294701"/>
                <a:ext cx="1814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0" name="筆跡 189">
                <a:extLst>
                  <a:ext uri="{FF2B5EF4-FFF2-40B4-BE49-F238E27FC236}">
                    <a16:creationId xmlns:a16="http://schemas.microsoft.com/office/drawing/2014/main" id="{15DDA681-8FAA-1A84-2116-FC598F40061F}"/>
                  </a:ext>
                </a:extLst>
              </p14:cNvPr>
              <p14:cNvContentPartPr/>
              <p14:nvPr/>
            </p14:nvContentPartPr>
            <p14:xfrm>
              <a:off x="3821177" y="1362381"/>
              <a:ext cx="95040" cy="183240"/>
            </p14:xfrm>
          </p:contentPart>
        </mc:Choice>
        <mc:Fallback xmlns="">
          <p:pic>
            <p:nvPicPr>
              <p:cNvPr id="190" name="筆跡 189">
                <a:extLst>
                  <a:ext uri="{FF2B5EF4-FFF2-40B4-BE49-F238E27FC236}">
                    <a16:creationId xmlns:a16="http://schemas.microsoft.com/office/drawing/2014/main" id="{15DDA681-8FAA-1A84-2116-FC598F40061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90217" y="1331421"/>
                <a:ext cx="1562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1" name="筆跡 200">
                <a:extLst>
                  <a:ext uri="{FF2B5EF4-FFF2-40B4-BE49-F238E27FC236}">
                    <a16:creationId xmlns:a16="http://schemas.microsoft.com/office/drawing/2014/main" id="{9563245D-3FF7-75A0-10A1-11CC6C5C58C6}"/>
                  </a:ext>
                </a:extLst>
              </p14:cNvPr>
              <p14:cNvContentPartPr/>
              <p14:nvPr/>
            </p14:nvContentPartPr>
            <p14:xfrm>
              <a:off x="3929537" y="1222701"/>
              <a:ext cx="481320" cy="369360"/>
            </p14:xfrm>
          </p:contentPart>
        </mc:Choice>
        <mc:Fallback xmlns="">
          <p:pic>
            <p:nvPicPr>
              <p:cNvPr id="201" name="筆跡 200">
                <a:extLst>
                  <a:ext uri="{FF2B5EF4-FFF2-40B4-BE49-F238E27FC236}">
                    <a16:creationId xmlns:a16="http://schemas.microsoft.com/office/drawing/2014/main" id="{9563245D-3FF7-75A0-10A1-11CC6C5C58C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98577" y="1191741"/>
                <a:ext cx="54252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2" name="筆跡 201">
                <a:extLst>
                  <a:ext uri="{FF2B5EF4-FFF2-40B4-BE49-F238E27FC236}">
                    <a16:creationId xmlns:a16="http://schemas.microsoft.com/office/drawing/2014/main" id="{68B2E9AE-0579-F07C-8E76-3FE3C03A7A93}"/>
                  </a:ext>
                </a:extLst>
              </p14:cNvPr>
              <p14:cNvContentPartPr/>
              <p14:nvPr/>
            </p14:nvContentPartPr>
            <p14:xfrm>
              <a:off x="4558023" y="1450717"/>
              <a:ext cx="94320" cy="5040"/>
            </p14:xfrm>
          </p:contentPart>
        </mc:Choice>
        <mc:Fallback xmlns="">
          <p:pic>
            <p:nvPicPr>
              <p:cNvPr id="202" name="筆跡 201">
                <a:extLst>
                  <a:ext uri="{FF2B5EF4-FFF2-40B4-BE49-F238E27FC236}">
                    <a16:creationId xmlns:a16="http://schemas.microsoft.com/office/drawing/2014/main" id="{68B2E9AE-0579-F07C-8E76-3FE3C03A7A9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27063" y="1419757"/>
                <a:ext cx="1555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3" name="筆跡 202">
                <a:extLst>
                  <a:ext uri="{FF2B5EF4-FFF2-40B4-BE49-F238E27FC236}">
                    <a16:creationId xmlns:a16="http://schemas.microsoft.com/office/drawing/2014/main" id="{960B8B68-05C0-3E64-9602-E6A46763DDD4}"/>
                  </a:ext>
                </a:extLst>
              </p14:cNvPr>
              <p14:cNvContentPartPr/>
              <p14:nvPr/>
            </p14:nvContentPartPr>
            <p14:xfrm>
              <a:off x="4613463" y="1419397"/>
              <a:ext cx="10080" cy="94320"/>
            </p14:xfrm>
          </p:contentPart>
        </mc:Choice>
        <mc:Fallback xmlns="">
          <p:pic>
            <p:nvPicPr>
              <p:cNvPr id="203" name="筆跡 202">
                <a:extLst>
                  <a:ext uri="{FF2B5EF4-FFF2-40B4-BE49-F238E27FC236}">
                    <a16:creationId xmlns:a16="http://schemas.microsoft.com/office/drawing/2014/main" id="{960B8B68-05C0-3E64-9602-E6A46763DDD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82503" y="1388437"/>
                <a:ext cx="712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43" name="筆跡 242">
                <a:extLst>
                  <a:ext uri="{FF2B5EF4-FFF2-40B4-BE49-F238E27FC236}">
                    <a16:creationId xmlns:a16="http://schemas.microsoft.com/office/drawing/2014/main" id="{03F53E34-18AB-1635-207B-3ABAE087B342}"/>
                  </a:ext>
                </a:extLst>
              </p14:cNvPr>
              <p14:cNvContentPartPr/>
              <p14:nvPr/>
            </p14:nvContentPartPr>
            <p14:xfrm>
              <a:off x="4818902" y="1292756"/>
              <a:ext cx="820080" cy="373680"/>
            </p14:xfrm>
          </p:contentPart>
        </mc:Choice>
        <mc:Fallback xmlns="">
          <p:pic>
            <p:nvPicPr>
              <p:cNvPr id="243" name="筆跡 242">
                <a:extLst>
                  <a:ext uri="{FF2B5EF4-FFF2-40B4-BE49-F238E27FC236}">
                    <a16:creationId xmlns:a16="http://schemas.microsoft.com/office/drawing/2014/main" id="{03F53E34-18AB-1635-207B-3ABAE087B34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87942" y="1261796"/>
                <a:ext cx="88128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49" name="筆跡 248">
                <a:extLst>
                  <a:ext uri="{FF2B5EF4-FFF2-40B4-BE49-F238E27FC236}">
                    <a16:creationId xmlns:a16="http://schemas.microsoft.com/office/drawing/2014/main" id="{3D0B8423-FA10-A506-1488-A8EBD44249C8}"/>
                  </a:ext>
                </a:extLst>
              </p14:cNvPr>
              <p14:cNvContentPartPr/>
              <p14:nvPr/>
            </p14:nvContentPartPr>
            <p14:xfrm>
              <a:off x="5460782" y="1297436"/>
              <a:ext cx="847800" cy="358200"/>
            </p14:xfrm>
          </p:contentPart>
        </mc:Choice>
        <mc:Fallback xmlns="">
          <p:pic>
            <p:nvPicPr>
              <p:cNvPr id="249" name="筆跡 248">
                <a:extLst>
                  <a:ext uri="{FF2B5EF4-FFF2-40B4-BE49-F238E27FC236}">
                    <a16:creationId xmlns:a16="http://schemas.microsoft.com/office/drawing/2014/main" id="{3D0B8423-FA10-A506-1488-A8EBD44249C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29822" y="1266445"/>
                <a:ext cx="909000" cy="419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50" name="筆跡 249">
                <a:extLst>
                  <a:ext uri="{FF2B5EF4-FFF2-40B4-BE49-F238E27FC236}">
                    <a16:creationId xmlns:a16="http://schemas.microsoft.com/office/drawing/2014/main" id="{7544023B-88A2-7999-7435-A22B4E8C4AA1}"/>
                  </a:ext>
                </a:extLst>
              </p14:cNvPr>
              <p14:cNvContentPartPr/>
              <p14:nvPr/>
            </p14:nvContentPartPr>
            <p14:xfrm>
              <a:off x="3556662" y="1864675"/>
              <a:ext cx="989280" cy="163080"/>
            </p14:xfrm>
          </p:contentPart>
        </mc:Choice>
        <mc:Fallback xmlns="">
          <p:pic>
            <p:nvPicPr>
              <p:cNvPr id="250" name="筆跡 249">
                <a:extLst>
                  <a:ext uri="{FF2B5EF4-FFF2-40B4-BE49-F238E27FC236}">
                    <a16:creationId xmlns:a16="http://schemas.microsoft.com/office/drawing/2014/main" id="{7544023B-88A2-7999-7435-A22B4E8C4AA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25702" y="1833783"/>
                <a:ext cx="1050480" cy="224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8" name="筆跡 257">
                <a:extLst>
                  <a:ext uri="{FF2B5EF4-FFF2-40B4-BE49-F238E27FC236}">
                    <a16:creationId xmlns:a16="http://schemas.microsoft.com/office/drawing/2014/main" id="{97959E00-BE3B-69E8-C2EA-74D2FD5C36C5}"/>
                  </a:ext>
                </a:extLst>
              </p14:cNvPr>
              <p14:cNvContentPartPr/>
              <p14:nvPr/>
            </p14:nvContentPartPr>
            <p14:xfrm>
              <a:off x="3330512" y="2237017"/>
              <a:ext cx="253080" cy="249480"/>
            </p14:xfrm>
          </p:contentPart>
        </mc:Choice>
        <mc:Fallback xmlns="">
          <p:pic>
            <p:nvPicPr>
              <p:cNvPr id="258" name="筆跡 257">
                <a:extLst>
                  <a:ext uri="{FF2B5EF4-FFF2-40B4-BE49-F238E27FC236}">
                    <a16:creationId xmlns:a16="http://schemas.microsoft.com/office/drawing/2014/main" id="{97959E00-BE3B-69E8-C2EA-74D2FD5C36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99552" y="2206102"/>
                <a:ext cx="314280" cy="310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9" name="筆跡 258">
                <a:extLst>
                  <a:ext uri="{FF2B5EF4-FFF2-40B4-BE49-F238E27FC236}">
                    <a16:creationId xmlns:a16="http://schemas.microsoft.com/office/drawing/2014/main" id="{530F9887-EA81-D33D-11E4-8B206680428B}"/>
                  </a:ext>
                </a:extLst>
              </p14:cNvPr>
              <p14:cNvContentPartPr/>
              <p14:nvPr/>
            </p14:nvContentPartPr>
            <p14:xfrm>
              <a:off x="3649472" y="2346457"/>
              <a:ext cx="70200" cy="142920"/>
            </p14:xfrm>
          </p:contentPart>
        </mc:Choice>
        <mc:Fallback xmlns="">
          <p:pic>
            <p:nvPicPr>
              <p:cNvPr id="259" name="筆跡 258">
                <a:extLst>
                  <a:ext uri="{FF2B5EF4-FFF2-40B4-BE49-F238E27FC236}">
                    <a16:creationId xmlns:a16="http://schemas.microsoft.com/office/drawing/2014/main" id="{530F9887-EA81-D33D-11E4-8B206680428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18512" y="2315497"/>
                <a:ext cx="131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60" name="筆跡 259">
                <a:extLst>
                  <a:ext uri="{FF2B5EF4-FFF2-40B4-BE49-F238E27FC236}">
                    <a16:creationId xmlns:a16="http://schemas.microsoft.com/office/drawing/2014/main" id="{71693A53-5508-0A8C-9E0E-5305A190C53C}"/>
                  </a:ext>
                </a:extLst>
              </p14:cNvPr>
              <p14:cNvContentPartPr/>
              <p14:nvPr/>
            </p14:nvContentPartPr>
            <p14:xfrm>
              <a:off x="3732992" y="2356537"/>
              <a:ext cx="73080" cy="126360"/>
            </p14:xfrm>
          </p:contentPart>
        </mc:Choice>
        <mc:Fallback xmlns="">
          <p:pic>
            <p:nvPicPr>
              <p:cNvPr id="260" name="筆跡 259">
                <a:extLst>
                  <a:ext uri="{FF2B5EF4-FFF2-40B4-BE49-F238E27FC236}">
                    <a16:creationId xmlns:a16="http://schemas.microsoft.com/office/drawing/2014/main" id="{71693A53-5508-0A8C-9E0E-5305A190C53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702032" y="2325577"/>
                <a:ext cx="1342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61" name="筆跡 260">
                <a:extLst>
                  <a:ext uri="{FF2B5EF4-FFF2-40B4-BE49-F238E27FC236}">
                    <a16:creationId xmlns:a16="http://schemas.microsoft.com/office/drawing/2014/main" id="{9DCB16FF-16F4-EAD5-ED69-B07E137BC026}"/>
                  </a:ext>
                </a:extLst>
              </p14:cNvPr>
              <p14:cNvContentPartPr/>
              <p14:nvPr/>
            </p14:nvContentPartPr>
            <p14:xfrm>
              <a:off x="3845672" y="2373457"/>
              <a:ext cx="119880" cy="99360"/>
            </p14:xfrm>
          </p:contentPart>
        </mc:Choice>
        <mc:Fallback xmlns="">
          <p:pic>
            <p:nvPicPr>
              <p:cNvPr id="261" name="筆跡 260">
                <a:extLst>
                  <a:ext uri="{FF2B5EF4-FFF2-40B4-BE49-F238E27FC236}">
                    <a16:creationId xmlns:a16="http://schemas.microsoft.com/office/drawing/2014/main" id="{9DCB16FF-16F4-EAD5-ED69-B07E137BC02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814712" y="2342497"/>
                <a:ext cx="1810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62" name="筆跡 261">
                <a:extLst>
                  <a:ext uri="{FF2B5EF4-FFF2-40B4-BE49-F238E27FC236}">
                    <a16:creationId xmlns:a16="http://schemas.microsoft.com/office/drawing/2014/main" id="{7B7BAEED-9777-F849-4819-5248DBFD8C39}"/>
                  </a:ext>
                </a:extLst>
              </p14:cNvPr>
              <p14:cNvContentPartPr/>
              <p14:nvPr/>
            </p14:nvContentPartPr>
            <p14:xfrm>
              <a:off x="4002272" y="2350057"/>
              <a:ext cx="52920" cy="129960"/>
            </p14:xfrm>
          </p:contentPart>
        </mc:Choice>
        <mc:Fallback xmlns="">
          <p:pic>
            <p:nvPicPr>
              <p:cNvPr id="262" name="筆跡 261">
                <a:extLst>
                  <a:ext uri="{FF2B5EF4-FFF2-40B4-BE49-F238E27FC236}">
                    <a16:creationId xmlns:a16="http://schemas.microsoft.com/office/drawing/2014/main" id="{7B7BAEED-9777-F849-4819-5248DBFD8C3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71100" y="2319097"/>
                <a:ext cx="114539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63" name="筆跡 262">
                <a:extLst>
                  <a:ext uri="{FF2B5EF4-FFF2-40B4-BE49-F238E27FC236}">
                    <a16:creationId xmlns:a16="http://schemas.microsoft.com/office/drawing/2014/main" id="{BA8DEAFE-0282-CEE5-A4BE-C5BA93002976}"/>
                  </a:ext>
                </a:extLst>
              </p14:cNvPr>
              <p14:cNvContentPartPr/>
              <p14:nvPr/>
            </p14:nvContentPartPr>
            <p14:xfrm>
              <a:off x="4104872" y="2379937"/>
              <a:ext cx="16920" cy="85320"/>
            </p14:xfrm>
          </p:contentPart>
        </mc:Choice>
        <mc:Fallback xmlns="">
          <p:pic>
            <p:nvPicPr>
              <p:cNvPr id="263" name="筆跡 262">
                <a:extLst>
                  <a:ext uri="{FF2B5EF4-FFF2-40B4-BE49-F238E27FC236}">
                    <a16:creationId xmlns:a16="http://schemas.microsoft.com/office/drawing/2014/main" id="{BA8DEAFE-0282-CEE5-A4BE-C5BA9300297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73912" y="2348977"/>
                <a:ext cx="781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64" name="筆跡 263">
                <a:extLst>
                  <a:ext uri="{FF2B5EF4-FFF2-40B4-BE49-F238E27FC236}">
                    <a16:creationId xmlns:a16="http://schemas.microsoft.com/office/drawing/2014/main" id="{59CAD9E2-5DE0-6FB7-33B0-0BC7616B10F7}"/>
                  </a:ext>
                </a:extLst>
              </p14:cNvPr>
              <p14:cNvContentPartPr/>
              <p14:nvPr/>
            </p14:nvContentPartPr>
            <p14:xfrm>
              <a:off x="4111712" y="2293537"/>
              <a:ext cx="46800" cy="11160"/>
            </p14:xfrm>
          </p:contentPart>
        </mc:Choice>
        <mc:Fallback xmlns="">
          <p:pic>
            <p:nvPicPr>
              <p:cNvPr id="264" name="筆跡 263">
                <a:extLst>
                  <a:ext uri="{FF2B5EF4-FFF2-40B4-BE49-F238E27FC236}">
                    <a16:creationId xmlns:a16="http://schemas.microsoft.com/office/drawing/2014/main" id="{59CAD9E2-5DE0-6FB7-33B0-0BC7616B10F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080752" y="2262577"/>
                <a:ext cx="108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65" name="筆跡 264">
                <a:extLst>
                  <a:ext uri="{FF2B5EF4-FFF2-40B4-BE49-F238E27FC236}">
                    <a16:creationId xmlns:a16="http://schemas.microsoft.com/office/drawing/2014/main" id="{ED3078B9-802C-095B-0542-5439FD8DA2DF}"/>
                  </a:ext>
                </a:extLst>
              </p14:cNvPr>
              <p14:cNvContentPartPr/>
              <p14:nvPr/>
            </p14:nvContentPartPr>
            <p14:xfrm>
              <a:off x="4174712" y="2343217"/>
              <a:ext cx="86760" cy="13680"/>
            </p14:xfrm>
          </p:contentPart>
        </mc:Choice>
        <mc:Fallback xmlns="">
          <p:pic>
            <p:nvPicPr>
              <p:cNvPr id="265" name="筆跡 264">
                <a:extLst>
                  <a:ext uri="{FF2B5EF4-FFF2-40B4-BE49-F238E27FC236}">
                    <a16:creationId xmlns:a16="http://schemas.microsoft.com/office/drawing/2014/main" id="{ED3078B9-802C-095B-0542-5439FD8DA2D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143752" y="2311420"/>
                <a:ext cx="147960" cy="76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66" name="筆跡 265">
                <a:extLst>
                  <a:ext uri="{FF2B5EF4-FFF2-40B4-BE49-F238E27FC236}">
                    <a16:creationId xmlns:a16="http://schemas.microsoft.com/office/drawing/2014/main" id="{E4D35214-4B63-4484-2B1B-F2FD3853AC41}"/>
                  </a:ext>
                </a:extLst>
              </p14:cNvPr>
              <p14:cNvContentPartPr/>
              <p14:nvPr/>
            </p14:nvContentPartPr>
            <p14:xfrm>
              <a:off x="4221152" y="2313337"/>
              <a:ext cx="23760" cy="146520"/>
            </p14:xfrm>
          </p:contentPart>
        </mc:Choice>
        <mc:Fallback xmlns="">
          <p:pic>
            <p:nvPicPr>
              <p:cNvPr id="266" name="筆跡 265">
                <a:extLst>
                  <a:ext uri="{FF2B5EF4-FFF2-40B4-BE49-F238E27FC236}">
                    <a16:creationId xmlns:a16="http://schemas.microsoft.com/office/drawing/2014/main" id="{E4D35214-4B63-4484-2B1B-F2FD3853AC4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190192" y="2282453"/>
                <a:ext cx="84960" cy="2075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67" name="筆跡 266">
                <a:extLst>
                  <a:ext uri="{FF2B5EF4-FFF2-40B4-BE49-F238E27FC236}">
                    <a16:creationId xmlns:a16="http://schemas.microsoft.com/office/drawing/2014/main" id="{975079AF-F19D-6A16-B0C9-F58707ECBABC}"/>
                  </a:ext>
                </a:extLst>
              </p14:cNvPr>
              <p14:cNvContentPartPr/>
              <p14:nvPr/>
            </p14:nvContentPartPr>
            <p14:xfrm>
              <a:off x="4290992" y="2340337"/>
              <a:ext cx="200880" cy="331200"/>
            </p14:xfrm>
          </p:contentPart>
        </mc:Choice>
        <mc:Fallback xmlns="">
          <p:pic>
            <p:nvPicPr>
              <p:cNvPr id="267" name="筆跡 266">
                <a:extLst>
                  <a:ext uri="{FF2B5EF4-FFF2-40B4-BE49-F238E27FC236}">
                    <a16:creationId xmlns:a16="http://schemas.microsoft.com/office/drawing/2014/main" id="{975079AF-F19D-6A16-B0C9-F58707ECBAB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260032" y="2309411"/>
                <a:ext cx="262080" cy="392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68" name="筆跡 267">
                <a:extLst>
                  <a:ext uri="{FF2B5EF4-FFF2-40B4-BE49-F238E27FC236}">
                    <a16:creationId xmlns:a16="http://schemas.microsoft.com/office/drawing/2014/main" id="{54F1AB5A-A0E4-89A4-8990-7768F63AE85F}"/>
                  </a:ext>
                </a:extLst>
              </p14:cNvPr>
              <p14:cNvContentPartPr/>
              <p14:nvPr/>
            </p14:nvContentPartPr>
            <p14:xfrm>
              <a:off x="3416912" y="2708977"/>
              <a:ext cx="123480" cy="33480"/>
            </p14:xfrm>
          </p:contentPart>
        </mc:Choice>
        <mc:Fallback xmlns="">
          <p:pic>
            <p:nvPicPr>
              <p:cNvPr id="268" name="筆跡 267">
                <a:extLst>
                  <a:ext uri="{FF2B5EF4-FFF2-40B4-BE49-F238E27FC236}">
                    <a16:creationId xmlns:a16="http://schemas.microsoft.com/office/drawing/2014/main" id="{54F1AB5A-A0E4-89A4-8990-7768F63AE85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85952" y="2678346"/>
                <a:ext cx="184680" cy="94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9" name="筆跡 268">
                <a:extLst>
                  <a:ext uri="{FF2B5EF4-FFF2-40B4-BE49-F238E27FC236}">
                    <a16:creationId xmlns:a16="http://schemas.microsoft.com/office/drawing/2014/main" id="{0763BDE0-05A8-87B0-1D7D-B7FC794AA37E}"/>
                  </a:ext>
                </a:extLst>
              </p14:cNvPr>
              <p14:cNvContentPartPr/>
              <p14:nvPr/>
            </p14:nvContentPartPr>
            <p14:xfrm>
              <a:off x="3463352" y="2679097"/>
              <a:ext cx="43560" cy="156600"/>
            </p14:xfrm>
          </p:contentPart>
        </mc:Choice>
        <mc:Fallback xmlns="">
          <p:pic>
            <p:nvPicPr>
              <p:cNvPr id="269" name="筆跡 268">
                <a:extLst>
                  <a:ext uri="{FF2B5EF4-FFF2-40B4-BE49-F238E27FC236}">
                    <a16:creationId xmlns:a16="http://schemas.microsoft.com/office/drawing/2014/main" id="{0763BDE0-05A8-87B0-1D7D-B7FC794AA37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432392" y="2648137"/>
                <a:ext cx="1047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70" name="筆跡 269">
                <a:extLst>
                  <a:ext uri="{FF2B5EF4-FFF2-40B4-BE49-F238E27FC236}">
                    <a16:creationId xmlns:a16="http://schemas.microsoft.com/office/drawing/2014/main" id="{2BDE16E4-9322-A38A-BA5D-EF01C7C22734}"/>
                  </a:ext>
                </a:extLst>
              </p14:cNvPr>
              <p14:cNvContentPartPr/>
              <p14:nvPr/>
            </p14:nvContentPartPr>
            <p14:xfrm>
              <a:off x="3559832" y="2732377"/>
              <a:ext cx="116640" cy="145080"/>
            </p14:xfrm>
          </p:contentPart>
        </mc:Choice>
        <mc:Fallback xmlns="">
          <p:pic>
            <p:nvPicPr>
              <p:cNvPr id="270" name="筆跡 269">
                <a:extLst>
                  <a:ext uri="{FF2B5EF4-FFF2-40B4-BE49-F238E27FC236}">
                    <a16:creationId xmlns:a16="http://schemas.microsoft.com/office/drawing/2014/main" id="{2BDE16E4-9322-A38A-BA5D-EF01C7C2273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528967" y="2701417"/>
                <a:ext cx="177652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71" name="筆跡 270">
                <a:extLst>
                  <a:ext uri="{FF2B5EF4-FFF2-40B4-BE49-F238E27FC236}">
                    <a16:creationId xmlns:a16="http://schemas.microsoft.com/office/drawing/2014/main" id="{FCA6D53F-EE60-B267-2606-A96A2A1E5878}"/>
                  </a:ext>
                </a:extLst>
              </p14:cNvPr>
              <p14:cNvContentPartPr/>
              <p14:nvPr/>
            </p14:nvContentPartPr>
            <p14:xfrm>
              <a:off x="3729392" y="2742097"/>
              <a:ext cx="73440" cy="113400"/>
            </p14:xfrm>
          </p:contentPart>
        </mc:Choice>
        <mc:Fallback xmlns="">
          <p:pic>
            <p:nvPicPr>
              <p:cNvPr id="271" name="筆跡 270">
                <a:extLst>
                  <a:ext uri="{FF2B5EF4-FFF2-40B4-BE49-F238E27FC236}">
                    <a16:creationId xmlns:a16="http://schemas.microsoft.com/office/drawing/2014/main" id="{FCA6D53F-EE60-B267-2606-A96A2A1E587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698432" y="2711038"/>
                <a:ext cx="134640" cy="174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72" name="筆跡 271">
                <a:extLst>
                  <a:ext uri="{FF2B5EF4-FFF2-40B4-BE49-F238E27FC236}">
                    <a16:creationId xmlns:a16="http://schemas.microsoft.com/office/drawing/2014/main" id="{AD2C53ED-9483-44E7-4C04-C94B75925AE4}"/>
                  </a:ext>
                </a:extLst>
              </p14:cNvPr>
              <p14:cNvContentPartPr/>
              <p14:nvPr/>
            </p14:nvContentPartPr>
            <p14:xfrm>
              <a:off x="3852152" y="2735617"/>
              <a:ext cx="196560" cy="106560"/>
            </p14:xfrm>
          </p:contentPart>
        </mc:Choice>
        <mc:Fallback xmlns="">
          <p:pic>
            <p:nvPicPr>
              <p:cNvPr id="272" name="筆跡 271">
                <a:extLst>
                  <a:ext uri="{FF2B5EF4-FFF2-40B4-BE49-F238E27FC236}">
                    <a16:creationId xmlns:a16="http://schemas.microsoft.com/office/drawing/2014/main" id="{AD2C53ED-9483-44E7-4C04-C94B75925AE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821192" y="2704761"/>
                <a:ext cx="257760" cy="167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91" name="筆跡 290">
                <a:extLst>
                  <a:ext uri="{FF2B5EF4-FFF2-40B4-BE49-F238E27FC236}">
                    <a16:creationId xmlns:a16="http://schemas.microsoft.com/office/drawing/2014/main" id="{DF57B1A0-9A28-726A-80A8-7F4B2F127F1B}"/>
                  </a:ext>
                </a:extLst>
              </p14:cNvPr>
              <p14:cNvContentPartPr/>
              <p14:nvPr/>
            </p14:nvContentPartPr>
            <p14:xfrm>
              <a:off x="5757169" y="1814567"/>
              <a:ext cx="588240" cy="123480"/>
            </p14:xfrm>
          </p:contentPart>
        </mc:Choice>
        <mc:Fallback xmlns="">
          <p:pic>
            <p:nvPicPr>
              <p:cNvPr id="291" name="筆跡 290">
                <a:extLst>
                  <a:ext uri="{FF2B5EF4-FFF2-40B4-BE49-F238E27FC236}">
                    <a16:creationId xmlns:a16="http://schemas.microsoft.com/office/drawing/2014/main" id="{DF57B1A0-9A28-726A-80A8-7F4B2F127F1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726209" y="1783607"/>
                <a:ext cx="6494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98" name="筆跡 297">
                <a:extLst>
                  <a:ext uri="{FF2B5EF4-FFF2-40B4-BE49-F238E27FC236}">
                    <a16:creationId xmlns:a16="http://schemas.microsoft.com/office/drawing/2014/main" id="{7967B7A4-E2B4-8CB8-973F-F91367B9D60C}"/>
                  </a:ext>
                </a:extLst>
              </p14:cNvPr>
              <p14:cNvContentPartPr/>
              <p14:nvPr/>
            </p14:nvContentPartPr>
            <p14:xfrm>
              <a:off x="5328409" y="2160527"/>
              <a:ext cx="799920" cy="210600"/>
            </p14:xfrm>
          </p:contentPart>
        </mc:Choice>
        <mc:Fallback xmlns="">
          <p:pic>
            <p:nvPicPr>
              <p:cNvPr id="298" name="筆跡 297">
                <a:extLst>
                  <a:ext uri="{FF2B5EF4-FFF2-40B4-BE49-F238E27FC236}">
                    <a16:creationId xmlns:a16="http://schemas.microsoft.com/office/drawing/2014/main" id="{7967B7A4-E2B4-8CB8-973F-F91367B9D60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297435" y="2129567"/>
                <a:ext cx="861148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06" name="筆跡 305">
                <a:extLst>
                  <a:ext uri="{FF2B5EF4-FFF2-40B4-BE49-F238E27FC236}">
                    <a16:creationId xmlns:a16="http://schemas.microsoft.com/office/drawing/2014/main" id="{59214B5C-9280-26B6-5C9F-96C649A0F0D7}"/>
                  </a:ext>
                </a:extLst>
              </p14:cNvPr>
              <p14:cNvContentPartPr/>
              <p14:nvPr/>
            </p14:nvContentPartPr>
            <p14:xfrm>
              <a:off x="5374849" y="2568407"/>
              <a:ext cx="787680" cy="332640"/>
            </p14:xfrm>
          </p:contentPart>
        </mc:Choice>
        <mc:Fallback xmlns="">
          <p:pic>
            <p:nvPicPr>
              <p:cNvPr id="306" name="筆跡 305">
                <a:extLst>
                  <a:ext uri="{FF2B5EF4-FFF2-40B4-BE49-F238E27FC236}">
                    <a16:creationId xmlns:a16="http://schemas.microsoft.com/office/drawing/2014/main" id="{59214B5C-9280-26B6-5C9F-96C649A0F0D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343889" y="2537447"/>
                <a:ext cx="84888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15" name="筆跡 314">
                <a:extLst>
                  <a:ext uri="{FF2B5EF4-FFF2-40B4-BE49-F238E27FC236}">
                    <a16:creationId xmlns:a16="http://schemas.microsoft.com/office/drawing/2014/main" id="{0E595BF4-875B-56F2-A470-3B6DD5D41933}"/>
                  </a:ext>
                </a:extLst>
              </p14:cNvPr>
              <p14:cNvContentPartPr/>
              <p14:nvPr/>
            </p14:nvContentPartPr>
            <p14:xfrm>
              <a:off x="7307412" y="647501"/>
              <a:ext cx="587880" cy="379800"/>
            </p14:xfrm>
          </p:contentPart>
        </mc:Choice>
        <mc:Fallback xmlns="">
          <p:pic>
            <p:nvPicPr>
              <p:cNvPr id="315" name="筆跡 314">
                <a:extLst>
                  <a:ext uri="{FF2B5EF4-FFF2-40B4-BE49-F238E27FC236}">
                    <a16:creationId xmlns:a16="http://schemas.microsoft.com/office/drawing/2014/main" id="{0E595BF4-875B-56F2-A470-3B6DD5D4193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276452" y="616541"/>
                <a:ext cx="64908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16" name="筆跡 315">
                <a:extLst>
                  <a:ext uri="{FF2B5EF4-FFF2-40B4-BE49-F238E27FC236}">
                    <a16:creationId xmlns:a16="http://schemas.microsoft.com/office/drawing/2014/main" id="{AD072D54-E9E1-A547-4DDF-FB7EE80A730F}"/>
                  </a:ext>
                </a:extLst>
              </p14:cNvPr>
              <p14:cNvContentPartPr/>
              <p14:nvPr/>
            </p14:nvContentPartPr>
            <p14:xfrm>
              <a:off x="8097192" y="827523"/>
              <a:ext cx="79200" cy="25560"/>
            </p14:xfrm>
          </p:contentPart>
        </mc:Choice>
        <mc:Fallback xmlns="">
          <p:pic>
            <p:nvPicPr>
              <p:cNvPr id="316" name="筆跡 315">
                <a:extLst>
                  <a:ext uri="{FF2B5EF4-FFF2-40B4-BE49-F238E27FC236}">
                    <a16:creationId xmlns:a16="http://schemas.microsoft.com/office/drawing/2014/main" id="{AD072D54-E9E1-A547-4DDF-FB7EE80A730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066232" y="796563"/>
                <a:ext cx="1404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17" name="筆跡 316">
                <a:extLst>
                  <a:ext uri="{FF2B5EF4-FFF2-40B4-BE49-F238E27FC236}">
                    <a16:creationId xmlns:a16="http://schemas.microsoft.com/office/drawing/2014/main" id="{7BFDA86B-1CC0-11B4-B8DB-ADF07973938F}"/>
                  </a:ext>
                </a:extLst>
              </p14:cNvPr>
              <p14:cNvContentPartPr/>
              <p14:nvPr/>
            </p14:nvContentPartPr>
            <p14:xfrm>
              <a:off x="8103672" y="897003"/>
              <a:ext cx="66600" cy="32040"/>
            </p14:xfrm>
          </p:contentPart>
        </mc:Choice>
        <mc:Fallback xmlns="">
          <p:pic>
            <p:nvPicPr>
              <p:cNvPr id="317" name="筆跡 316">
                <a:extLst>
                  <a:ext uri="{FF2B5EF4-FFF2-40B4-BE49-F238E27FC236}">
                    <a16:creationId xmlns:a16="http://schemas.microsoft.com/office/drawing/2014/main" id="{7BFDA86B-1CC0-11B4-B8DB-ADF07973938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072878" y="865691"/>
                <a:ext cx="127471" cy="939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18" name="筆跡 317">
                <a:extLst>
                  <a:ext uri="{FF2B5EF4-FFF2-40B4-BE49-F238E27FC236}">
                    <a16:creationId xmlns:a16="http://schemas.microsoft.com/office/drawing/2014/main" id="{40919D55-2495-1BCA-4A5F-B57BC7BFFA98}"/>
                  </a:ext>
                </a:extLst>
              </p14:cNvPr>
              <p14:cNvContentPartPr/>
              <p14:nvPr/>
            </p14:nvContentPartPr>
            <p14:xfrm>
              <a:off x="8315352" y="795843"/>
              <a:ext cx="224640" cy="273600"/>
            </p14:xfrm>
          </p:contentPart>
        </mc:Choice>
        <mc:Fallback xmlns="">
          <p:pic>
            <p:nvPicPr>
              <p:cNvPr id="318" name="筆跡 317">
                <a:extLst>
                  <a:ext uri="{FF2B5EF4-FFF2-40B4-BE49-F238E27FC236}">
                    <a16:creationId xmlns:a16="http://schemas.microsoft.com/office/drawing/2014/main" id="{40919D55-2495-1BCA-4A5F-B57BC7BFFA9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284392" y="764883"/>
                <a:ext cx="28584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19" name="筆跡 318">
                <a:extLst>
                  <a:ext uri="{FF2B5EF4-FFF2-40B4-BE49-F238E27FC236}">
                    <a16:creationId xmlns:a16="http://schemas.microsoft.com/office/drawing/2014/main" id="{6C1A80CA-4ABC-F81B-A996-BF45DE4A3C60}"/>
                  </a:ext>
                </a:extLst>
              </p14:cNvPr>
              <p14:cNvContentPartPr/>
              <p14:nvPr/>
            </p14:nvContentPartPr>
            <p14:xfrm>
              <a:off x="8595072" y="1014003"/>
              <a:ext cx="102960" cy="19440"/>
            </p14:xfrm>
          </p:contentPart>
        </mc:Choice>
        <mc:Fallback xmlns="">
          <p:pic>
            <p:nvPicPr>
              <p:cNvPr id="319" name="筆跡 318">
                <a:extLst>
                  <a:ext uri="{FF2B5EF4-FFF2-40B4-BE49-F238E27FC236}">
                    <a16:creationId xmlns:a16="http://schemas.microsoft.com/office/drawing/2014/main" id="{6C1A80CA-4ABC-F81B-A996-BF45DE4A3C6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564112" y="983043"/>
                <a:ext cx="1641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20" name="筆跡 319">
                <a:extLst>
                  <a:ext uri="{FF2B5EF4-FFF2-40B4-BE49-F238E27FC236}">
                    <a16:creationId xmlns:a16="http://schemas.microsoft.com/office/drawing/2014/main" id="{B59624D4-BA45-2B0F-5FF2-0AD3C28CDE67}"/>
                  </a:ext>
                </a:extLst>
              </p14:cNvPr>
              <p14:cNvContentPartPr/>
              <p14:nvPr/>
            </p14:nvContentPartPr>
            <p14:xfrm>
              <a:off x="8634312" y="969723"/>
              <a:ext cx="73080" cy="145800"/>
            </p14:xfrm>
          </p:contentPart>
        </mc:Choice>
        <mc:Fallback xmlns="">
          <p:pic>
            <p:nvPicPr>
              <p:cNvPr id="320" name="筆跡 319">
                <a:extLst>
                  <a:ext uri="{FF2B5EF4-FFF2-40B4-BE49-F238E27FC236}">
                    <a16:creationId xmlns:a16="http://schemas.microsoft.com/office/drawing/2014/main" id="{B59624D4-BA45-2B0F-5FF2-0AD3C28CDE6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603352" y="938686"/>
                <a:ext cx="134280" cy="207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21" name="筆跡 320">
                <a:extLst>
                  <a:ext uri="{FF2B5EF4-FFF2-40B4-BE49-F238E27FC236}">
                    <a16:creationId xmlns:a16="http://schemas.microsoft.com/office/drawing/2014/main" id="{A73D0626-1115-14A1-94D6-4343CEE33033}"/>
                  </a:ext>
                </a:extLst>
              </p14:cNvPr>
              <p14:cNvContentPartPr/>
              <p14:nvPr/>
            </p14:nvContentPartPr>
            <p14:xfrm>
              <a:off x="8760672" y="1033083"/>
              <a:ext cx="82440" cy="19440"/>
            </p14:xfrm>
          </p:contentPart>
        </mc:Choice>
        <mc:Fallback xmlns="">
          <p:pic>
            <p:nvPicPr>
              <p:cNvPr id="321" name="筆跡 320">
                <a:extLst>
                  <a:ext uri="{FF2B5EF4-FFF2-40B4-BE49-F238E27FC236}">
                    <a16:creationId xmlns:a16="http://schemas.microsoft.com/office/drawing/2014/main" id="{A73D0626-1115-14A1-94D6-4343CEE3303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729712" y="1002123"/>
                <a:ext cx="1436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22" name="筆跡 321">
                <a:extLst>
                  <a:ext uri="{FF2B5EF4-FFF2-40B4-BE49-F238E27FC236}">
                    <a16:creationId xmlns:a16="http://schemas.microsoft.com/office/drawing/2014/main" id="{0BE632D1-8A84-9D76-4A9F-5F5621B1AA2F}"/>
                  </a:ext>
                </a:extLst>
              </p14:cNvPr>
              <p14:cNvContentPartPr/>
              <p14:nvPr/>
            </p14:nvContentPartPr>
            <p14:xfrm>
              <a:off x="8789112" y="994923"/>
              <a:ext cx="32040" cy="126720"/>
            </p14:xfrm>
          </p:contentPart>
        </mc:Choice>
        <mc:Fallback xmlns="">
          <p:pic>
            <p:nvPicPr>
              <p:cNvPr id="322" name="筆跡 321">
                <a:extLst>
                  <a:ext uri="{FF2B5EF4-FFF2-40B4-BE49-F238E27FC236}">
                    <a16:creationId xmlns:a16="http://schemas.microsoft.com/office/drawing/2014/main" id="{0BE632D1-8A84-9D76-4A9F-5F5621B1AA2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757800" y="963963"/>
                <a:ext cx="93935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23" name="筆跡 322">
                <a:extLst>
                  <a:ext uri="{FF2B5EF4-FFF2-40B4-BE49-F238E27FC236}">
                    <a16:creationId xmlns:a16="http://schemas.microsoft.com/office/drawing/2014/main" id="{429D6278-88B6-53BC-FA6E-BA8CA956B0A6}"/>
                  </a:ext>
                </a:extLst>
              </p14:cNvPr>
              <p14:cNvContentPartPr/>
              <p14:nvPr/>
            </p14:nvContentPartPr>
            <p14:xfrm>
              <a:off x="8921952" y="890883"/>
              <a:ext cx="129960" cy="225720"/>
            </p14:xfrm>
          </p:contentPart>
        </mc:Choice>
        <mc:Fallback xmlns="">
          <p:pic>
            <p:nvPicPr>
              <p:cNvPr id="323" name="筆跡 322">
                <a:extLst>
                  <a:ext uri="{FF2B5EF4-FFF2-40B4-BE49-F238E27FC236}">
                    <a16:creationId xmlns:a16="http://schemas.microsoft.com/office/drawing/2014/main" id="{429D6278-88B6-53BC-FA6E-BA8CA956B0A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890992" y="859923"/>
                <a:ext cx="1911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24" name="筆跡 323">
                <a:extLst>
                  <a:ext uri="{FF2B5EF4-FFF2-40B4-BE49-F238E27FC236}">
                    <a16:creationId xmlns:a16="http://schemas.microsoft.com/office/drawing/2014/main" id="{64CF520C-BFCA-EDE3-430F-D046A5AD281D}"/>
                  </a:ext>
                </a:extLst>
              </p14:cNvPr>
              <p14:cNvContentPartPr/>
              <p14:nvPr/>
            </p14:nvContentPartPr>
            <p14:xfrm>
              <a:off x="9086112" y="1011843"/>
              <a:ext cx="98280" cy="11880"/>
            </p14:xfrm>
          </p:contentPart>
        </mc:Choice>
        <mc:Fallback xmlns="">
          <p:pic>
            <p:nvPicPr>
              <p:cNvPr id="324" name="筆跡 323">
                <a:extLst>
                  <a:ext uri="{FF2B5EF4-FFF2-40B4-BE49-F238E27FC236}">
                    <a16:creationId xmlns:a16="http://schemas.microsoft.com/office/drawing/2014/main" id="{64CF520C-BFCA-EDE3-430F-D046A5AD281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055152" y="980883"/>
                <a:ext cx="1594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25" name="筆跡 324">
                <a:extLst>
                  <a:ext uri="{FF2B5EF4-FFF2-40B4-BE49-F238E27FC236}">
                    <a16:creationId xmlns:a16="http://schemas.microsoft.com/office/drawing/2014/main" id="{48722A8E-8CE6-1B2B-97EA-CCF7288205D7}"/>
                  </a:ext>
                </a:extLst>
              </p14:cNvPr>
              <p14:cNvContentPartPr/>
              <p14:nvPr/>
            </p14:nvContentPartPr>
            <p14:xfrm>
              <a:off x="9146232" y="979083"/>
              <a:ext cx="57240" cy="142560"/>
            </p14:xfrm>
          </p:contentPart>
        </mc:Choice>
        <mc:Fallback xmlns="">
          <p:pic>
            <p:nvPicPr>
              <p:cNvPr id="325" name="筆跡 324">
                <a:extLst>
                  <a:ext uri="{FF2B5EF4-FFF2-40B4-BE49-F238E27FC236}">
                    <a16:creationId xmlns:a16="http://schemas.microsoft.com/office/drawing/2014/main" id="{48722A8E-8CE6-1B2B-97EA-CCF7288205D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115272" y="948123"/>
                <a:ext cx="1184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26" name="筆跡 325">
                <a:extLst>
                  <a:ext uri="{FF2B5EF4-FFF2-40B4-BE49-F238E27FC236}">
                    <a16:creationId xmlns:a16="http://schemas.microsoft.com/office/drawing/2014/main" id="{8B73C585-9D6A-24C9-D309-FC87F39A8710}"/>
                  </a:ext>
                </a:extLst>
              </p14:cNvPr>
              <p14:cNvContentPartPr/>
              <p14:nvPr/>
            </p14:nvContentPartPr>
            <p14:xfrm>
              <a:off x="9386352" y="950643"/>
              <a:ext cx="95040" cy="19440"/>
            </p14:xfrm>
          </p:contentPart>
        </mc:Choice>
        <mc:Fallback xmlns="">
          <p:pic>
            <p:nvPicPr>
              <p:cNvPr id="326" name="筆跡 325">
                <a:extLst>
                  <a:ext uri="{FF2B5EF4-FFF2-40B4-BE49-F238E27FC236}">
                    <a16:creationId xmlns:a16="http://schemas.microsoft.com/office/drawing/2014/main" id="{8B73C585-9D6A-24C9-D309-FC87F39A871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355509" y="919683"/>
                <a:ext cx="156009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27" name="筆跡 326">
                <a:extLst>
                  <a:ext uri="{FF2B5EF4-FFF2-40B4-BE49-F238E27FC236}">
                    <a16:creationId xmlns:a16="http://schemas.microsoft.com/office/drawing/2014/main" id="{1BA9300C-25A9-11CD-0BDE-02979145D4AF}"/>
                  </a:ext>
                </a:extLst>
              </p14:cNvPr>
              <p14:cNvContentPartPr/>
              <p14:nvPr/>
            </p14:nvContentPartPr>
            <p14:xfrm>
              <a:off x="9623232" y="875043"/>
              <a:ext cx="262440" cy="204480"/>
            </p14:xfrm>
          </p:contentPart>
        </mc:Choice>
        <mc:Fallback xmlns="">
          <p:pic>
            <p:nvPicPr>
              <p:cNvPr id="327" name="筆跡 326">
                <a:extLst>
                  <a:ext uri="{FF2B5EF4-FFF2-40B4-BE49-F238E27FC236}">
                    <a16:creationId xmlns:a16="http://schemas.microsoft.com/office/drawing/2014/main" id="{1BA9300C-25A9-11CD-0BDE-02979145D4A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592272" y="844083"/>
                <a:ext cx="3236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28" name="筆跡 327">
                <a:extLst>
                  <a:ext uri="{FF2B5EF4-FFF2-40B4-BE49-F238E27FC236}">
                    <a16:creationId xmlns:a16="http://schemas.microsoft.com/office/drawing/2014/main" id="{D7E782E4-E8C8-D910-2DF6-7B8E7F5004CB}"/>
                  </a:ext>
                </a:extLst>
              </p14:cNvPr>
              <p14:cNvContentPartPr/>
              <p14:nvPr/>
            </p14:nvContentPartPr>
            <p14:xfrm>
              <a:off x="9936072" y="1033083"/>
              <a:ext cx="104760" cy="16200"/>
            </p14:xfrm>
          </p:contentPart>
        </mc:Choice>
        <mc:Fallback xmlns="">
          <p:pic>
            <p:nvPicPr>
              <p:cNvPr id="328" name="筆跡 327">
                <a:extLst>
                  <a:ext uri="{FF2B5EF4-FFF2-40B4-BE49-F238E27FC236}">
                    <a16:creationId xmlns:a16="http://schemas.microsoft.com/office/drawing/2014/main" id="{D7E782E4-E8C8-D910-2DF6-7B8E7F5004C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905112" y="1002123"/>
                <a:ext cx="165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29" name="筆跡 328">
                <a:extLst>
                  <a:ext uri="{FF2B5EF4-FFF2-40B4-BE49-F238E27FC236}">
                    <a16:creationId xmlns:a16="http://schemas.microsoft.com/office/drawing/2014/main" id="{96349283-9806-0E07-36B2-0732FA0FA4C5}"/>
                  </a:ext>
                </a:extLst>
              </p14:cNvPr>
              <p14:cNvContentPartPr/>
              <p14:nvPr/>
            </p14:nvContentPartPr>
            <p14:xfrm>
              <a:off x="9967752" y="979083"/>
              <a:ext cx="73080" cy="151920"/>
            </p14:xfrm>
          </p:contentPart>
        </mc:Choice>
        <mc:Fallback xmlns="">
          <p:pic>
            <p:nvPicPr>
              <p:cNvPr id="329" name="筆跡 328">
                <a:extLst>
                  <a:ext uri="{FF2B5EF4-FFF2-40B4-BE49-F238E27FC236}">
                    <a16:creationId xmlns:a16="http://schemas.microsoft.com/office/drawing/2014/main" id="{96349283-9806-0E07-36B2-0732FA0FA4C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936792" y="948123"/>
                <a:ext cx="1342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41" name="筆跡 340">
                <a:extLst>
                  <a:ext uri="{FF2B5EF4-FFF2-40B4-BE49-F238E27FC236}">
                    <a16:creationId xmlns:a16="http://schemas.microsoft.com/office/drawing/2014/main" id="{18E0360D-ADA4-2892-10CC-4E676727CD1E}"/>
                  </a:ext>
                </a:extLst>
              </p14:cNvPr>
              <p14:cNvContentPartPr/>
              <p14:nvPr/>
            </p14:nvContentPartPr>
            <p14:xfrm>
              <a:off x="10283427" y="878482"/>
              <a:ext cx="1715400" cy="390600"/>
            </p14:xfrm>
          </p:contentPart>
        </mc:Choice>
        <mc:Fallback xmlns="">
          <p:pic>
            <p:nvPicPr>
              <p:cNvPr id="341" name="筆跡 340">
                <a:extLst>
                  <a:ext uri="{FF2B5EF4-FFF2-40B4-BE49-F238E27FC236}">
                    <a16:creationId xmlns:a16="http://schemas.microsoft.com/office/drawing/2014/main" id="{18E0360D-ADA4-2892-10CC-4E676727CD1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52461" y="847522"/>
                <a:ext cx="1776613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46" name="筆跡 345">
                <a:extLst>
                  <a:ext uri="{FF2B5EF4-FFF2-40B4-BE49-F238E27FC236}">
                    <a16:creationId xmlns:a16="http://schemas.microsoft.com/office/drawing/2014/main" id="{5E0D5477-5F6C-D6B6-2E67-56C167C53D1C}"/>
                  </a:ext>
                </a:extLst>
              </p14:cNvPr>
              <p14:cNvContentPartPr/>
              <p14:nvPr/>
            </p14:nvContentPartPr>
            <p14:xfrm>
              <a:off x="7203083" y="1503511"/>
              <a:ext cx="309960" cy="278640"/>
            </p14:xfrm>
          </p:contentPart>
        </mc:Choice>
        <mc:Fallback xmlns="">
          <p:pic>
            <p:nvPicPr>
              <p:cNvPr id="346" name="筆跡 345">
                <a:extLst>
                  <a:ext uri="{FF2B5EF4-FFF2-40B4-BE49-F238E27FC236}">
                    <a16:creationId xmlns:a16="http://schemas.microsoft.com/office/drawing/2014/main" id="{5E0D5477-5F6C-D6B6-2E67-56C167C53D1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172123" y="1472551"/>
                <a:ext cx="37116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51" name="筆跡 350">
                <a:extLst>
                  <a:ext uri="{FF2B5EF4-FFF2-40B4-BE49-F238E27FC236}">
                    <a16:creationId xmlns:a16="http://schemas.microsoft.com/office/drawing/2014/main" id="{5CC20616-16C8-3013-B3A2-C3AD0FC4E6FA}"/>
                  </a:ext>
                </a:extLst>
              </p14:cNvPr>
              <p14:cNvContentPartPr/>
              <p14:nvPr/>
            </p14:nvContentPartPr>
            <p14:xfrm>
              <a:off x="7727963" y="1459591"/>
              <a:ext cx="824760" cy="395280"/>
            </p14:xfrm>
          </p:contentPart>
        </mc:Choice>
        <mc:Fallback xmlns="">
          <p:pic>
            <p:nvPicPr>
              <p:cNvPr id="351" name="筆跡 350">
                <a:extLst>
                  <a:ext uri="{FF2B5EF4-FFF2-40B4-BE49-F238E27FC236}">
                    <a16:creationId xmlns:a16="http://schemas.microsoft.com/office/drawing/2014/main" id="{5CC20616-16C8-3013-B3A2-C3AD0FC4E6F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696989" y="1428631"/>
                <a:ext cx="885987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52" name="筆跡 351">
                <a:extLst>
                  <a:ext uri="{FF2B5EF4-FFF2-40B4-BE49-F238E27FC236}">
                    <a16:creationId xmlns:a16="http://schemas.microsoft.com/office/drawing/2014/main" id="{348DBC92-D7D8-A947-B32C-ED1E5E464AC9}"/>
                  </a:ext>
                </a:extLst>
              </p14:cNvPr>
              <p14:cNvContentPartPr/>
              <p14:nvPr/>
            </p14:nvContentPartPr>
            <p14:xfrm>
              <a:off x="8526803" y="1443751"/>
              <a:ext cx="131760" cy="123480"/>
            </p14:xfrm>
          </p:contentPart>
        </mc:Choice>
        <mc:Fallback xmlns="">
          <p:pic>
            <p:nvPicPr>
              <p:cNvPr id="352" name="筆跡 351">
                <a:extLst>
                  <a:ext uri="{FF2B5EF4-FFF2-40B4-BE49-F238E27FC236}">
                    <a16:creationId xmlns:a16="http://schemas.microsoft.com/office/drawing/2014/main" id="{348DBC92-D7D8-A947-B32C-ED1E5E464AC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495843" y="1412791"/>
                <a:ext cx="1929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55" name="筆跡 354">
                <a:extLst>
                  <a:ext uri="{FF2B5EF4-FFF2-40B4-BE49-F238E27FC236}">
                    <a16:creationId xmlns:a16="http://schemas.microsoft.com/office/drawing/2014/main" id="{1912C6FE-0997-6123-170F-730D6AE82D3E}"/>
                  </a:ext>
                </a:extLst>
              </p14:cNvPr>
              <p14:cNvContentPartPr/>
              <p14:nvPr/>
            </p14:nvContentPartPr>
            <p14:xfrm>
              <a:off x="8816067" y="1604774"/>
              <a:ext cx="172080" cy="300600"/>
            </p14:xfrm>
          </p:contentPart>
        </mc:Choice>
        <mc:Fallback xmlns="">
          <p:pic>
            <p:nvPicPr>
              <p:cNvPr id="355" name="筆跡 354">
                <a:extLst>
                  <a:ext uri="{FF2B5EF4-FFF2-40B4-BE49-F238E27FC236}">
                    <a16:creationId xmlns:a16="http://schemas.microsoft.com/office/drawing/2014/main" id="{1912C6FE-0997-6123-170F-730D6AE82D3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785107" y="1573777"/>
                <a:ext cx="233280" cy="3618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64" name="筆跡 363">
                <a:extLst>
                  <a:ext uri="{FF2B5EF4-FFF2-40B4-BE49-F238E27FC236}">
                    <a16:creationId xmlns:a16="http://schemas.microsoft.com/office/drawing/2014/main" id="{FDCE1D0E-40EE-897B-086D-BDEE792FC78D}"/>
                  </a:ext>
                </a:extLst>
              </p14:cNvPr>
              <p14:cNvContentPartPr/>
              <p14:nvPr/>
            </p14:nvContentPartPr>
            <p14:xfrm>
              <a:off x="9212787" y="1494614"/>
              <a:ext cx="815040" cy="375840"/>
            </p14:xfrm>
          </p:contentPart>
        </mc:Choice>
        <mc:Fallback xmlns="">
          <p:pic>
            <p:nvPicPr>
              <p:cNvPr id="364" name="筆跡 363">
                <a:extLst>
                  <a:ext uri="{FF2B5EF4-FFF2-40B4-BE49-F238E27FC236}">
                    <a16:creationId xmlns:a16="http://schemas.microsoft.com/office/drawing/2014/main" id="{FDCE1D0E-40EE-897B-086D-BDEE792FC78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181827" y="1463684"/>
                <a:ext cx="876240" cy="4369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69" name="筆跡 368">
                <a:extLst>
                  <a:ext uri="{FF2B5EF4-FFF2-40B4-BE49-F238E27FC236}">
                    <a16:creationId xmlns:a16="http://schemas.microsoft.com/office/drawing/2014/main" id="{972B692B-9F18-5609-145E-BCAA0A27794C}"/>
                  </a:ext>
                </a:extLst>
              </p14:cNvPr>
              <p14:cNvContentPartPr/>
              <p14:nvPr/>
            </p14:nvContentPartPr>
            <p14:xfrm>
              <a:off x="7894932" y="2326173"/>
              <a:ext cx="631800" cy="270720"/>
            </p14:xfrm>
          </p:contentPart>
        </mc:Choice>
        <mc:Fallback xmlns="">
          <p:pic>
            <p:nvPicPr>
              <p:cNvPr id="369" name="筆跡 368">
                <a:extLst>
                  <a:ext uri="{FF2B5EF4-FFF2-40B4-BE49-F238E27FC236}">
                    <a16:creationId xmlns:a16="http://schemas.microsoft.com/office/drawing/2014/main" id="{972B692B-9F18-5609-145E-BCAA0A27794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863954" y="2295254"/>
                <a:ext cx="693035" cy="331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76" name="筆跡 375">
                <a:extLst>
                  <a:ext uri="{FF2B5EF4-FFF2-40B4-BE49-F238E27FC236}">
                    <a16:creationId xmlns:a16="http://schemas.microsoft.com/office/drawing/2014/main" id="{F9FF5631-8CB2-0B74-EFCA-77C050845324}"/>
                  </a:ext>
                </a:extLst>
              </p14:cNvPr>
              <p14:cNvContentPartPr/>
              <p14:nvPr/>
            </p14:nvContentPartPr>
            <p14:xfrm>
              <a:off x="8722932" y="2296505"/>
              <a:ext cx="1010775" cy="329040"/>
            </p14:xfrm>
          </p:contentPart>
        </mc:Choice>
        <mc:Fallback xmlns="">
          <p:pic>
            <p:nvPicPr>
              <p:cNvPr id="376" name="筆跡 375">
                <a:extLst>
                  <a:ext uri="{FF2B5EF4-FFF2-40B4-BE49-F238E27FC236}">
                    <a16:creationId xmlns:a16="http://schemas.microsoft.com/office/drawing/2014/main" id="{F9FF5631-8CB2-0B74-EFCA-77C05084532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691986" y="2265545"/>
                <a:ext cx="1071947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82" name="筆跡 381">
                <a:extLst>
                  <a:ext uri="{FF2B5EF4-FFF2-40B4-BE49-F238E27FC236}">
                    <a16:creationId xmlns:a16="http://schemas.microsoft.com/office/drawing/2014/main" id="{B8E07234-5C65-1E41-0E1F-E7C7AF0946F8}"/>
                  </a:ext>
                </a:extLst>
              </p14:cNvPr>
              <p14:cNvContentPartPr/>
              <p14:nvPr/>
            </p14:nvContentPartPr>
            <p14:xfrm>
              <a:off x="7032957" y="3149779"/>
              <a:ext cx="666720" cy="385560"/>
            </p14:xfrm>
          </p:contentPart>
        </mc:Choice>
        <mc:Fallback xmlns="">
          <p:pic>
            <p:nvPicPr>
              <p:cNvPr id="382" name="筆跡 381">
                <a:extLst>
                  <a:ext uri="{FF2B5EF4-FFF2-40B4-BE49-F238E27FC236}">
                    <a16:creationId xmlns:a16="http://schemas.microsoft.com/office/drawing/2014/main" id="{B8E07234-5C65-1E41-0E1F-E7C7AF0946F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001997" y="3118848"/>
                <a:ext cx="727920" cy="4467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88" name="筆跡 387">
                <a:extLst>
                  <a:ext uri="{FF2B5EF4-FFF2-40B4-BE49-F238E27FC236}">
                    <a16:creationId xmlns:a16="http://schemas.microsoft.com/office/drawing/2014/main" id="{4424CE73-5BA6-BE01-CD69-EAB4C79F9852}"/>
                  </a:ext>
                </a:extLst>
              </p14:cNvPr>
              <p14:cNvContentPartPr/>
              <p14:nvPr/>
            </p14:nvContentPartPr>
            <p14:xfrm>
              <a:off x="7822359" y="3280943"/>
              <a:ext cx="597600" cy="311760"/>
            </p14:xfrm>
          </p:contentPart>
        </mc:Choice>
        <mc:Fallback xmlns="">
          <p:pic>
            <p:nvPicPr>
              <p:cNvPr id="388" name="筆跡 387">
                <a:extLst>
                  <a:ext uri="{FF2B5EF4-FFF2-40B4-BE49-F238E27FC236}">
                    <a16:creationId xmlns:a16="http://schemas.microsoft.com/office/drawing/2014/main" id="{4424CE73-5BA6-BE01-CD69-EAB4C79F985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791380" y="3249947"/>
                <a:ext cx="658837" cy="3730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96" name="筆跡 395">
                <a:extLst>
                  <a:ext uri="{FF2B5EF4-FFF2-40B4-BE49-F238E27FC236}">
                    <a16:creationId xmlns:a16="http://schemas.microsoft.com/office/drawing/2014/main" id="{D746F78E-6507-53CE-D475-B3095EBE2708}"/>
                  </a:ext>
                </a:extLst>
              </p14:cNvPr>
              <p14:cNvContentPartPr/>
              <p14:nvPr/>
            </p14:nvContentPartPr>
            <p14:xfrm>
              <a:off x="9073467" y="3301302"/>
              <a:ext cx="979560" cy="328680"/>
            </p14:xfrm>
          </p:contentPart>
        </mc:Choice>
        <mc:Fallback xmlns="">
          <p:pic>
            <p:nvPicPr>
              <p:cNvPr id="396" name="筆跡 395">
                <a:extLst>
                  <a:ext uri="{FF2B5EF4-FFF2-40B4-BE49-F238E27FC236}">
                    <a16:creationId xmlns:a16="http://schemas.microsoft.com/office/drawing/2014/main" id="{D746F78E-6507-53CE-D475-B3095EBE2708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042507" y="3270308"/>
                <a:ext cx="1040760" cy="389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404" name="筆跡 403">
                <a:extLst>
                  <a:ext uri="{FF2B5EF4-FFF2-40B4-BE49-F238E27FC236}">
                    <a16:creationId xmlns:a16="http://schemas.microsoft.com/office/drawing/2014/main" id="{1259D2F0-85A8-6565-FA60-4B1C8776ACC2}"/>
                  </a:ext>
                </a:extLst>
              </p14:cNvPr>
              <p14:cNvContentPartPr/>
              <p14:nvPr/>
            </p14:nvContentPartPr>
            <p14:xfrm>
              <a:off x="10179387" y="3347852"/>
              <a:ext cx="1087200" cy="316800"/>
            </p14:xfrm>
          </p:contentPart>
        </mc:Choice>
        <mc:Fallback xmlns="">
          <p:pic>
            <p:nvPicPr>
              <p:cNvPr id="404" name="筆跡 403">
                <a:extLst>
                  <a:ext uri="{FF2B5EF4-FFF2-40B4-BE49-F238E27FC236}">
                    <a16:creationId xmlns:a16="http://schemas.microsoft.com/office/drawing/2014/main" id="{1259D2F0-85A8-6565-FA60-4B1C8776ACC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148427" y="3316927"/>
                <a:ext cx="1148400" cy="377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409" name="筆跡 408">
                <a:extLst>
                  <a:ext uri="{FF2B5EF4-FFF2-40B4-BE49-F238E27FC236}">
                    <a16:creationId xmlns:a16="http://schemas.microsoft.com/office/drawing/2014/main" id="{618D9D7F-B7EB-95A9-69B2-3CF9138A301D}"/>
                  </a:ext>
                </a:extLst>
              </p14:cNvPr>
              <p14:cNvContentPartPr/>
              <p14:nvPr/>
            </p14:nvContentPartPr>
            <p14:xfrm>
              <a:off x="11216907" y="3193772"/>
              <a:ext cx="493920" cy="487080"/>
            </p14:xfrm>
          </p:contentPart>
        </mc:Choice>
        <mc:Fallback xmlns="">
          <p:pic>
            <p:nvPicPr>
              <p:cNvPr id="409" name="筆跡 408">
                <a:extLst>
                  <a:ext uri="{FF2B5EF4-FFF2-40B4-BE49-F238E27FC236}">
                    <a16:creationId xmlns:a16="http://schemas.microsoft.com/office/drawing/2014/main" id="{618D9D7F-B7EB-95A9-69B2-3CF9138A301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185947" y="3162789"/>
                <a:ext cx="555120" cy="5483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413" name="筆跡 412">
                <a:extLst>
                  <a:ext uri="{FF2B5EF4-FFF2-40B4-BE49-F238E27FC236}">
                    <a16:creationId xmlns:a16="http://schemas.microsoft.com/office/drawing/2014/main" id="{EE1D9948-5F6F-7527-2480-900206F52E7C}"/>
                  </a:ext>
                </a:extLst>
              </p14:cNvPr>
              <p14:cNvContentPartPr/>
              <p14:nvPr/>
            </p14:nvContentPartPr>
            <p14:xfrm>
              <a:off x="10594827" y="3882763"/>
              <a:ext cx="655920" cy="214200"/>
            </p14:xfrm>
          </p:contentPart>
        </mc:Choice>
        <mc:Fallback xmlns="">
          <p:pic>
            <p:nvPicPr>
              <p:cNvPr id="413" name="筆跡 412">
                <a:extLst>
                  <a:ext uri="{FF2B5EF4-FFF2-40B4-BE49-F238E27FC236}">
                    <a16:creationId xmlns:a16="http://schemas.microsoft.com/office/drawing/2014/main" id="{EE1D9948-5F6F-7527-2480-900206F52E7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563850" y="3851803"/>
                <a:ext cx="717154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421" name="筆跡 420">
                <a:extLst>
                  <a:ext uri="{FF2B5EF4-FFF2-40B4-BE49-F238E27FC236}">
                    <a16:creationId xmlns:a16="http://schemas.microsoft.com/office/drawing/2014/main" id="{96745D4D-96B1-ECBC-1CCC-B6978049B6C2}"/>
                  </a:ext>
                </a:extLst>
              </p14:cNvPr>
              <p14:cNvContentPartPr/>
              <p14:nvPr/>
            </p14:nvContentPartPr>
            <p14:xfrm>
              <a:off x="9099346" y="4268157"/>
              <a:ext cx="1067760" cy="376200"/>
            </p14:xfrm>
          </p:contentPart>
        </mc:Choice>
        <mc:Fallback xmlns="">
          <p:pic>
            <p:nvPicPr>
              <p:cNvPr id="421" name="筆跡 420">
                <a:extLst>
                  <a:ext uri="{FF2B5EF4-FFF2-40B4-BE49-F238E27FC236}">
                    <a16:creationId xmlns:a16="http://schemas.microsoft.com/office/drawing/2014/main" id="{96745D4D-96B1-ECBC-1CCC-B6978049B6C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068386" y="4237197"/>
                <a:ext cx="112896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27" name="筆跡 426">
                <a:extLst>
                  <a:ext uri="{FF2B5EF4-FFF2-40B4-BE49-F238E27FC236}">
                    <a16:creationId xmlns:a16="http://schemas.microsoft.com/office/drawing/2014/main" id="{F26079AB-0A5D-A83B-549A-CFB089EDC99A}"/>
                  </a:ext>
                </a:extLst>
              </p14:cNvPr>
              <p14:cNvContentPartPr/>
              <p14:nvPr/>
            </p14:nvContentPartPr>
            <p14:xfrm>
              <a:off x="8624247" y="5028913"/>
              <a:ext cx="510480" cy="170640"/>
            </p14:xfrm>
          </p:contentPart>
        </mc:Choice>
        <mc:Fallback xmlns="">
          <p:pic>
            <p:nvPicPr>
              <p:cNvPr id="427" name="筆跡 426">
                <a:extLst>
                  <a:ext uri="{FF2B5EF4-FFF2-40B4-BE49-F238E27FC236}">
                    <a16:creationId xmlns:a16="http://schemas.microsoft.com/office/drawing/2014/main" id="{F26079AB-0A5D-A83B-549A-CFB089EDC99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593287" y="4997888"/>
                <a:ext cx="571680" cy="2319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442" name="筆跡 441">
                <a:extLst>
                  <a:ext uri="{FF2B5EF4-FFF2-40B4-BE49-F238E27FC236}">
                    <a16:creationId xmlns:a16="http://schemas.microsoft.com/office/drawing/2014/main" id="{DD786C4B-16C8-3FAE-BD92-50B9E6B98F56}"/>
                  </a:ext>
                </a:extLst>
              </p14:cNvPr>
              <p14:cNvContentPartPr/>
              <p14:nvPr/>
            </p14:nvContentPartPr>
            <p14:xfrm>
              <a:off x="9291600" y="5018720"/>
              <a:ext cx="672480" cy="219960"/>
            </p14:xfrm>
          </p:contentPart>
        </mc:Choice>
        <mc:Fallback xmlns="">
          <p:pic>
            <p:nvPicPr>
              <p:cNvPr id="442" name="筆跡 441">
                <a:extLst>
                  <a:ext uri="{FF2B5EF4-FFF2-40B4-BE49-F238E27FC236}">
                    <a16:creationId xmlns:a16="http://schemas.microsoft.com/office/drawing/2014/main" id="{DD786C4B-16C8-3FAE-BD92-50B9E6B98F5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260623" y="4987709"/>
                <a:ext cx="733713" cy="281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443" name="筆跡 442">
                <a:extLst>
                  <a:ext uri="{FF2B5EF4-FFF2-40B4-BE49-F238E27FC236}">
                    <a16:creationId xmlns:a16="http://schemas.microsoft.com/office/drawing/2014/main" id="{E340AFEB-4E55-13A6-DFF3-19F4618141FA}"/>
                  </a:ext>
                </a:extLst>
              </p14:cNvPr>
              <p14:cNvContentPartPr/>
              <p14:nvPr/>
            </p14:nvContentPartPr>
            <p14:xfrm>
              <a:off x="10085760" y="5098280"/>
              <a:ext cx="157320" cy="159840"/>
            </p14:xfrm>
          </p:contentPart>
        </mc:Choice>
        <mc:Fallback xmlns="">
          <p:pic>
            <p:nvPicPr>
              <p:cNvPr id="443" name="筆跡 442">
                <a:extLst>
                  <a:ext uri="{FF2B5EF4-FFF2-40B4-BE49-F238E27FC236}">
                    <a16:creationId xmlns:a16="http://schemas.microsoft.com/office/drawing/2014/main" id="{E340AFEB-4E55-13A6-DFF3-19F4618141FA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054800" y="5067250"/>
                <a:ext cx="218520" cy="221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457" name="筆跡 456">
                <a:extLst>
                  <a:ext uri="{FF2B5EF4-FFF2-40B4-BE49-F238E27FC236}">
                    <a16:creationId xmlns:a16="http://schemas.microsoft.com/office/drawing/2014/main" id="{EF11BA35-266D-2A04-495F-DFC2D363B246}"/>
                  </a:ext>
                </a:extLst>
              </p14:cNvPr>
              <p14:cNvContentPartPr/>
              <p14:nvPr/>
            </p14:nvContentPartPr>
            <p14:xfrm>
              <a:off x="9219960" y="5606600"/>
              <a:ext cx="394920" cy="274680"/>
            </p14:xfrm>
          </p:contentPart>
        </mc:Choice>
        <mc:Fallback xmlns="">
          <p:pic>
            <p:nvPicPr>
              <p:cNvPr id="457" name="筆跡 456">
                <a:extLst>
                  <a:ext uri="{FF2B5EF4-FFF2-40B4-BE49-F238E27FC236}">
                    <a16:creationId xmlns:a16="http://schemas.microsoft.com/office/drawing/2014/main" id="{EF11BA35-266D-2A04-495F-DFC2D363B24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188972" y="5575681"/>
                <a:ext cx="456176" cy="3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458" name="筆跡 457">
                <a:extLst>
                  <a:ext uri="{FF2B5EF4-FFF2-40B4-BE49-F238E27FC236}">
                    <a16:creationId xmlns:a16="http://schemas.microsoft.com/office/drawing/2014/main" id="{6F8E2E19-E134-FBE3-14B1-B8D99B054D48}"/>
                  </a:ext>
                </a:extLst>
              </p14:cNvPr>
              <p14:cNvContentPartPr/>
              <p14:nvPr/>
            </p14:nvContentPartPr>
            <p14:xfrm>
              <a:off x="8815993" y="5666360"/>
              <a:ext cx="268200" cy="102240"/>
            </p14:xfrm>
          </p:contentPart>
        </mc:Choice>
        <mc:Fallback xmlns="">
          <p:pic>
            <p:nvPicPr>
              <p:cNvPr id="458" name="筆跡 457">
                <a:extLst>
                  <a:ext uri="{FF2B5EF4-FFF2-40B4-BE49-F238E27FC236}">
                    <a16:creationId xmlns:a16="http://schemas.microsoft.com/office/drawing/2014/main" id="{6F8E2E19-E134-FBE3-14B1-B8D99B054D4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785033" y="5635400"/>
                <a:ext cx="3294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462" name="筆跡 461">
                <a:extLst>
                  <a:ext uri="{FF2B5EF4-FFF2-40B4-BE49-F238E27FC236}">
                    <a16:creationId xmlns:a16="http://schemas.microsoft.com/office/drawing/2014/main" id="{3111B4FB-E68E-0D01-76DE-A788A1507FFD}"/>
                  </a:ext>
                </a:extLst>
              </p14:cNvPr>
              <p14:cNvContentPartPr/>
              <p14:nvPr/>
            </p14:nvContentPartPr>
            <p14:xfrm>
              <a:off x="9732553" y="5627480"/>
              <a:ext cx="385560" cy="284040"/>
            </p14:xfrm>
          </p:contentPart>
        </mc:Choice>
        <mc:Fallback xmlns="">
          <p:pic>
            <p:nvPicPr>
              <p:cNvPr id="462" name="筆跡 461">
                <a:extLst>
                  <a:ext uri="{FF2B5EF4-FFF2-40B4-BE49-F238E27FC236}">
                    <a16:creationId xmlns:a16="http://schemas.microsoft.com/office/drawing/2014/main" id="{3111B4FB-E68E-0D01-76DE-A788A1507FF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701593" y="5596520"/>
                <a:ext cx="44676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465" name="筆跡 464">
                <a:extLst>
                  <a:ext uri="{FF2B5EF4-FFF2-40B4-BE49-F238E27FC236}">
                    <a16:creationId xmlns:a16="http://schemas.microsoft.com/office/drawing/2014/main" id="{87C426BA-2E7E-476F-828A-A726530C18F5}"/>
                  </a:ext>
                </a:extLst>
              </p14:cNvPr>
              <p14:cNvContentPartPr/>
              <p14:nvPr/>
            </p14:nvContentPartPr>
            <p14:xfrm>
              <a:off x="10337560" y="5689265"/>
              <a:ext cx="120600" cy="127440"/>
            </p14:xfrm>
          </p:contentPart>
        </mc:Choice>
        <mc:Fallback xmlns="">
          <p:pic>
            <p:nvPicPr>
              <p:cNvPr id="465" name="筆跡 464">
                <a:extLst>
                  <a:ext uri="{FF2B5EF4-FFF2-40B4-BE49-F238E27FC236}">
                    <a16:creationId xmlns:a16="http://schemas.microsoft.com/office/drawing/2014/main" id="{87C426BA-2E7E-476F-828A-A726530C18F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306600" y="5658305"/>
                <a:ext cx="1818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470" name="筆跡 469">
                <a:extLst>
                  <a:ext uri="{FF2B5EF4-FFF2-40B4-BE49-F238E27FC236}">
                    <a16:creationId xmlns:a16="http://schemas.microsoft.com/office/drawing/2014/main" id="{A0EED368-A5BC-AF1B-7623-3514BD1B096F}"/>
                  </a:ext>
                </a:extLst>
              </p14:cNvPr>
              <p14:cNvContentPartPr/>
              <p14:nvPr/>
            </p14:nvContentPartPr>
            <p14:xfrm>
              <a:off x="10651480" y="5585945"/>
              <a:ext cx="710640" cy="345240"/>
            </p14:xfrm>
          </p:contentPart>
        </mc:Choice>
        <mc:Fallback xmlns="">
          <p:pic>
            <p:nvPicPr>
              <p:cNvPr id="470" name="筆跡 469">
                <a:extLst>
                  <a:ext uri="{FF2B5EF4-FFF2-40B4-BE49-F238E27FC236}">
                    <a16:creationId xmlns:a16="http://schemas.microsoft.com/office/drawing/2014/main" id="{A0EED368-A5BC-AF1B-7623-3514BD1B096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620520" y="5554985"/>
                <a:ext cx="77184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473" name="筆跡 472">
                <a:extLst>
                  <a:ext uri="{FF2B5EF4-FFF2-40B4-BE49-F238E27FC236}">
                    <a16:creationId xmlns:a16="http://schemas.microsoft.com/office/drawing/2014/main" id="{8C9FCA58-D50B-5FA6-829D-C83D6640BEF3}"/>
                  </a:ext>
                </a:extLst>
              </p14:cNvPr>
              <p14:cNvContentPartPr/>
              <p14:nvPr/>
            </p14:nvContentPartPr>
            <p14:xfrm>
              <a:off x="11416120" y="5807345"/>
              <a:ext cx="200880" cy="159840"/>
            </p14:xfrm>
          </p:contentPart>
        </mc:Choice>
        <mc:Fallback xmlns="">
          <p:pic>
            <p:nvPicPr>
              <p:cNvPr id="473" name="筆跡 472">
                <a:extLst>
                  <a:ext uri="{FF2B5EF4-FFF2-40B4-BE49-F238E27FC236}">
                    <a16:creationId xmlns:a16="http://schemas.microsoft.com/office/drawing/2014/main" id="{8C9FCA58-D50B-5FA6-829D-C83D6640BEF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385160" y="5776385"/>
                <a:ext cx="2620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477" name="筆跡 476">
                <a:extLst>
                  <a:ext uri="{FF2B5EF4-FFF2-40B4-BE49-F238E27FC236}">
                    <a16:creationId xmlns:a16="http://schemas.microsoft.com/office/drawing/2014/main" id="{8B0B15CE-B183-7A77-06BB-9E03A074C605}"/>
                  </a:ext>
                </a:extLst>
              </p14:cNvPr>
              <p14:cNvContentPartPr/>
              <p14:nvPr/>
            </p14:nvContentPartPr>
            <p14:xfrm>
              <a:off x="7319003" y="5606600"/>
              <a:ext cx="817920" cy="524160"/>
            </p14:xfrm>
          </p:contentPart>
        </mc:Choice>
        <mc:Fallback xmlns="">
          <p:pic>
            <p:nvPicPr>
              <p:cNvPr id="477" name="筆跡 476">
                <a:extLst>
                  <a:ext uri="{FF2B5EF4-FFF2-40B4-BE49-F238E27FC236}">
                    <a16:creationId xmlns:a16="http://schemas.microsoft.com/office/drawing/2014/main" id="{8B0B15CE-B183-7A77-06BB-9E03A074C60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288043" y="5575640"/>
                <a:ext cx="87912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481" name="筆跡 480">
                <a:extLst>
                  <a:ext uri="{FF2B5EF4-FFF2-40B4-BE49-F238E27FC236}">
                    <a16:creationId xmlns:a16="http://schemas.microsoft.com/office/drawing/2014/main" id="{A7E87E25-A029-1F6E-C073-A3D5630E6999}"/>
                  </a:ext>
                </a:extLst>
              </p14:cNvPr>
              <p14:cNvContentPartPr/>
              <p14:nvPr/>
            </p14:nvContentPartPr>
            <p14:xfrm>
              <a:off x="7899258" y="5495891"/>
              <a:ext cx="318960" cy="251640"/>
            </p14:xfrm>
          </p:contentPart>
        </mc:Choice>
        <mc:Fallback xmlns="">
          <p:pic>
            <p:nvPicPr>
              <p:cNvPr id="481" name="筆跡 480">
                <a:extLst>
                  <a:ext uri="{FF2B5EF4-FFF2-40B4-BE49-F238E27FC236}">
                    <a16:creationId xmlns:a16="http://schemas.microsoft.com/office/drawing/2014/main" id="{A7E87E25-A029-1F6E-C073-A3D5630E6999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68333" y="5464931"/>
                <a:ext cx="380091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484" name="筆跡 483">
                <a:extLst>
                  <a:ext uri="{FF2B5EF4-FFF2-40B4-BE49-F238E27FC236}">
                    <a16:creationId xmlns:a16="http://schemas.microsoft.com/office/drawing/2014/main" id="{CA5FA1BE-6A14-B05D-C5D5-B8A841E140CB}"/>
                  </a:ext>
                </a:extLst>
              </p14:cNvPr>
              <p14:cNvContentPartPr/>
              <p14:nvPr/>
            </p14:nvContentPartPr>
            <p14:xfrm>
              <a:off x="6744542" y="5839691"/>
              <a:ext cx="383760" cy="145800"/>
            </p14:xfrm>
          </p:contentPart>
        </mc:Choice>
        <mc:Fallback xmlns="">
          <p:pic>
            <p:nvPicPr>
              <p:cNvPr id="484" name="筆跡 483">
                <a:extLst>
                  <a:ext uri="{FF2B5EF4-FFF2-40B4-BE49-F238E27FC236}">
                    <a16:creationId xmlns:a16="http://schemas.microsoft.com/office/drawing/2014/main" id="{CA5FA1BE-6A14-B05D-C5D5-B8A841E140C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713582" y="5808731"/>
                <a:ext cx="4449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488" name="筆跡 487">
                <a:extLst>
                  <a:ext uri="{FF2B5EF4-FFF2-40B4-BE49-F238E27FC236}">
                    <a16:creationId xmlns:a16="http://schemas.microsoft.com/office/drawing/2014/main" id="{2DA54B9E-C366-D698-586F-4B5703BD7C41}"/>
                  </a:ext>
                </a:extLst>
              </p14:cNvPr>
              <p14:cNvContentPartPr/>
              <p14:nvPr/>
            </p14:nvContentPartPr>
            <p14:xfrm>
              <a:off x="6834902" y="5496971"/>
              <a:ext cx="358200" cy="257400"/>
            </p14:xfrm>
          </p:contentPart>
        </mc:Choice>
        <mc:Fallback xmlns="">
          <p:pic>
            <p:nvPicPr>
              <p:cNvPr id="488" name="筆跡 487">
                <a:extLst>
                  <a:ext uri="{FF2B5EF4-FFF2-40B4-BE49-F238E27FC236}">
                    <a16:creationId xmlns:a16="http://schemas.microsoft.com/office/drawing/2014/main" id="{2DA54B9E-C366-D698-586F-4B5703BD7C4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803911" y="5466011"/>
                <a:ext cx="419462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489" name="筆跡 488">
                <a:extLst>
                  <a:ext uri="{FF2B5EF4-FFF2-40B4-BE49-F238E27FC236}">
                    <a16:creationId xmlns:a16="http://schemas.microsoft.com/office/drawing/2014/main" id="{DCA7D1C9-1E53-FB22-61F8-3E1F99BF1EB8}"/>
                  </a:ext>
                </a:extLst>
              </p14:cNvPr>
              <p14:cNvContentPartPr/>
              <p14:nvPr/>
            </p14:nvContentPartPr>
            <p14:xfrm>
              <a:off x="8711902" y="6178811"/>
              <a:ext cx="143640" cy="362880"/>
            </p14:xfrm>
          </p:contentPart>
        </mc:Choice>
        <mc:Fallback xmlns="">
          <p:pic>
            <p:nvPicPr>
              <p:cNvPr id="489" name="筆跡 488">
                <a:extLst>
                  <a:ext uri="{FF2B5EF4-FFF2-40B4-BE49-F238E27FC236}">
                    <a16:creationId xmlns:a16="http://schemas.microsoft.com/office/drawing/2014/main" id="{DCA7D1C9-1E53-FB22-61F8-3E1F99BF1EB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680942" y="6147851"/>
                <a:ext cx="20484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490" name="筆跡 489">
                <a:extLst>
                  <a:ext uri="{FF2B5EF4-FFF2-40B4-BE49-F238E27FC236}">
                    <a16:creationId xmlns:a16="http://schemas.microsoft.com/office/drawing/2014/main" id="{8FA67537-FAED-E76C-66B3-18E166F00ADC}"/>
                  </a:ext>
                </a:extLst>
              </p14:cNvPr>
              <p14:cNvContentPartPr/>
              <p14:nvPr/>
            </p14:nvContentPartPr>
            <p14:xfrm>
              <a:off x="8944102" y="6282851"/>
              <a:ext cx="73080" cy="161640"/>
            </p14:xfrm>
          </p:contentPart>
        </mc:Choice>
        <mc:Fallback xmlns="">
          <p:pic>
            <p:nvPicPr>
              <p:cNvPr id="490" name="筆跡 489">
                <a:extLst>
                  <a:ext uri="{FF2B5EF4-FFF2-40B4-BE49-F238E27FC236}">
                    <a16:creationId xmlns:a16="http://schemas.microsoft.com/office/drawing/2014/main" id="{8FA67537-FAED-E76C-66B3-18E166F00AD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913142" y="6251822"/>
                <a:ext cx="134280" cy="2229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502" name="筆跡 501">
                <a:extLst>
                  <a:ext uri="{FF2B5EF4-FFF2-40B4-BE49-F238E27FC236}">
                    <a16:creationId xmlns:a16="http://schemas.microsoft.com/office/drawing/2014/main" id="{D1B1BEF6-7859-42A2-C39E-E4F6B8B6E0CA}"/>
                  </a:ext>
                </a:extLst>
              </p14:cNvPr>
              <p14:cNvContentPartPr/>
              <p14:nvPr/>
            </p14:nvContentPartPr>
            <p14:xfrm>
              <a:off x="9070102" y="6142091"/>
              <a:ext cx="658080" cy="296280"/>
            </p14:xfrm>
          </p:contentPart>
        </mc:Choice>
        <mc:Fallback xmlns="">
          <p:pic>
            <p:nvPicPr>
              <p:cNvPr id="502" name="筆跡 501">
                <a:extLst>
                  <a:ext uri="{FF2B5EF4-FFF2-40B4-BE49-F238E27FC236}">
                    <a16:creationId xmlns:a16="http://schemas.microsoft.com/office/drawing/2014/main" id="{D1B1BEF6-7859-42A2-C39E-E4F6B8B6E0CA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039159" y="6111169"/>
                <a:ext cx="719247" cy="3574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506" name="筆跡 505">
                <a:extLst>
                  <a:ext uri="{FF2B5EF4-FFF2-40B4-BE49-F238E27FC236}">
                    <a16:creationId xmlns:a16="http://schemas.microsoft.com/office/drawing/2014/main" id="{5D3F64A9-B835-F955-29CE-9F45BB8C36A4}"/>
                  </a:ext>
                </a:extLst>
              </p14:cNvPr>
              <p14:cNvContentPartPr/>
              <p14:nvPr/>
            </p14:nvContentPartPr>
            <p14:xfrm>
              <a:off x="9933382" y="6273491"/>
              <a:ext cx="231480" cy="156960"/>
            </p14:xfrm>
          </p:contentPart>
        </mc:Choice>
        <mc:Fallback xmlns="">
          <p:pic>
            <p:nvPicPr>
              <p:cNvPr id="506" name="筆跡 505">
                <a:extLst>
                  <a:ext uri="{FF2B5EF4-FFF2-40B4-BE49-F238E27FC236}">
                    <a16:creationId xmlns:a16="http://schemas.microsoft.com/office/drawing/2014/main" id="{5D3F64A9-B835-F955-29CE-9F45BB8C36A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902374" y="6242531"/>
                <a:ext cx="292775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521" name="筆跡 520">
                <a:extLst>
                  <a:ext uri="{FF2B5EF4-FFF2-40B4-BE49-F238E27FC236}">
                    <a16:creationId xmlns:a16="http://schemas.microsoft.com/office/drawing/2014/main" id="{47132A8C-F9CE-4035-0D04-72478853C964}"/>
                  </a:ext>
                </a:extLst>
              </p14:cNvPr>
              <p14:cNvContentPartPr/>
              <p14:nvPr/>
            </p14:nvContentPartPr>
            <p14:xfrm>
              <a:off x="11501440" y="6188171"/>
              <a:ext cx="594000" cy="277560"/>
            </p14:xfrm>
          </p:contentPart>
        </mc:Choice>
        <mc:Fallback xmlns="">
          <p:pic>
            <p:nvPicPr>
              <p:cNvPr id="521" name="筆跡 520">
                <a:extLst>
                  <a:ext uri="{FF2B5EF4-FFF2-40B4-BE49-F238E27FC236}">
                    <a16:creationId xmlns:a16="http://schemas.microsoft.com/office/drawing/2014/main" id="{47132A8C-F9CE-4035-0D04-72478853C96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470480" y="6157171"/>
                <a:ext cx="655200" cy="338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522" name="筆跡 521">
                <a:extLst>
                  <a:ext uri="{FF2B5EF4-FFF2-40B4-BE49-F238E27FC236}">
                    <a16:creationId xmlns:a16="http://schemas.microsoft.com/office/drawing/2014/main" id="{E0DA4658-8114-9A5F-4D64-9EF974D910F4}"/>
                  </a:ext>
                </a:extLst>
              </p14:cNvPr>
              <p14:cNvContentPartPr/>
              <p14:nvPr/>
            </p14:nvContentPartPr>
            <p14:xfrm>
              <a:off x="10397680" y="6169811"/>
              <a:ext cx="893880" cy="302400"/>
            </p14:xfrm>
          </p:contentPart>
        </mc:Choice>
        <mc:Fallback xmlns="">
          <p:pic>
            <p:nvPicPr>
              <p:cNvPr id="522" name="筆跡 521">
                <a:extLst>
                  <a:ext uri="{FF2B5EF4-FFF2-40B4-BE49-F238E27FC236}">
                    <a16:creationId xmlns:a16="http://schemas.microsoft.com/office/drawing/2014/main" id="{E0DA4658-8114-9A5F-4D64-9EF974D910F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366732" y="6138888"/>
                <a:ext cx="955055" cy="363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525" name="筆跡 524">
                <a:extLst>
                  <a:ext uri="{FF2B5EF4-FFF2-40B4-BE49-F238E27FC236}">
                    <a16:creationId xmlns:a16="http://schemas.microsoft.com/office/drawing/2014/main" id="{46B53FC4-1FCB-FAD1-A60E-A92ACBE22A69}"/>
                  </a:ext>
                </a:extLst>
              </p14:cNvPr>
              <p14:cNvContentPartPr/>
              <p14:nvPr/>
            </p14:nvContentPartPr>
            <p14:xfrm>
              <a:off x="129600" y="3989480"/>
              <a:ext cx="301680" cy="182160"/>
            </p14:xfrm>
          </p:contentPart>
        </mc:Choice>
        <mc:Fallback xmlns="">
          <p:pic>
            <p:nvPicPr>
              <p:cNvPr id="525" name="筆跡 524">
                <a:extLst>
                  <a:ext uri="{FF2B5EF4-FFF2-40B4-BE49-F238E27FC236}">
                    <a16:creationId xmlns:a16="http://schemas.microsoft.com/office/drawing/2014/main" id="{46B53FC4-1FCB-FAD1-A60E-A92ACBE22A6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8603" y="3958520"/>
                <a:ext cx="362953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529" name="筆跡 528">
                <a:extLst>
                  <a:ext uri="{FF2B5EF4-FFF2-40B4-BE49-F238E27FC236}">
                    <a16:creationId xmlns:a16="http://schemas.microsoft.com/office/drawing/2014/main" id="{760BA922-4796-0809-71FB-7A5546CD911B}"/>
                  </a:ext>
                </a:extLst>
              </p14:cNvPr>
              <p14:cNvContentPartPr/>
              <p14:nvPr/>
            </p14:nvContentPartPr>
            <p14:xfrm>
              <a:off x="871200" y="3935840"/>
              <a:ext cx="355680" cy="261720"/>
            </p14:xfrm>
          </p:contentPart>
        </mc:Choice>
        <mc:Fallback xmlns="">
          <p:pic>
            <p:nvPicPr>
              <p:cNvPr id="529" name="筆跡 528">
                <a:extLst>
                  <a:ext uri="{FF2B5EF4-FFF2-40B4-BE49-F238E27FC236}">
                    <a16:creationId xmlns:a16="http://schemas.microsoft.com/office/drawing/2014/main" id="{760BA922-4796-0809-71FB-7A5546CD911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40271" y="3904923"/>
                <a:ext cx="416818" cy="322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532" name="筆跡 531">
                <a:extLst>
                  <a:ext uri="{FF2B5EF4-FFF2-40B4-BE49-F238E27FC236}">
                    <a16:creationId xmlns:a16="http://schemas.microsoft.com/office/drawing/2014/main" id="{80D22075-25F9-1934-FF1E-FF2FCA4DE8B2}"/>
                  </a:ext>
                </a:extLst>
              </p14:cNvPr>
              <p14:cNvContentPartPr/>
              <p14:nvPr/>
            </p14:nvContentPartPr>
            <p14:xfrm>
              <a:off x="1403280" y="4066880"/>
              <a:ext cx="102960" cy="86040"/>
            </p14:xfrm>
          </p:contentPart>
        </mc:Choice>
        <mc:Fallback xmlns="">
          <p:pic>
            <p:nvPicPr>
              <p:cNvPr id="532" name="筆跡 531">
                <a:extLst>
                  <a:ext uri="{FF2B5EF4-FFF2-40B4-BE49-F238E27FC236}">
                    <a16:creationId xmlns:a16="http://schemas.microsoft.com/office/drawing/2014/main" id="{80D22075-25F9-1934-FF1E-FF2FCA4DE8B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372211" y="4035920"/>
                <a:ext cx="164375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540" name="筆跡 539">
                <a:extLst>
                  <a:ext uri="{FF2B5EF4-FFF2-40B4-BE49-F238E27FC236}">
                    <a16:creationId xmlns:a16="http://schemas.microsoft.com/office/drawing/2014/main" id="{817F03A1-6345-0539-D431-709A44064C4A}"/>
                  </a:ext>
                </a:extLst>
              </p14:cNvPr>
              <p14:cNvContentPartPr/>
              <p14:nvPr/>
            </p14:nvContentPartPr>
            <p14:xfrm>
              <a:off x="1704600" y="3790400"/>
              <a:ext cx="580320" cy="517320"/>
            </p14:xfrm>
          </p:contentPart>
        </mc:Choice>
        <mc:Fallback xmlns="">
          <p:pic>
            <p:nvPicPr>
              <p:cNvPr id="540" name="筆跡 539">
                <a:extLst>
                  <a:ext uri="{FF2B5EF4-FFF2-40B4-BE49-F238E27FC236}">
                    <a16:creationId xmlns:a16="http://schemas.microsoft.com/office/drawing/2014/main" id="{817F03A1-6345-0539-D431-709A44064C4A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673659" y="3759418"/>
                <a:ext cx="641482" cy="578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544" name="筆跡 543">
                <a:extLst>
                  <a:ext uri="{FF2B5EF4-FFF2-40B4-BE49-F238E27FC236}">
                    <a16:creationId xmlns:a16="http://schemas.microsoft.com/office/drawing/2014/main" id="{4A8CEEC6-493D-019A-1AEC-8BAAF8BD2C1E}"/>
                  </a:ext>
                </a:extLst>
              </p14:cNvPr>
              <p14:cNvContentPartPr/>
              <p14:nvPr/>
            </p14:nvContentPartPr>
            <p14:xfrm>
              <a:off x="2514164" y="3961634"/>
              <a:ext cx="558360" cy="232200"/>
            </p14:xfrm>
          </p:contentPart>
        </mc:Choice>
        <mc:Fallback xmlns="">
          <p:pic>
            <p:nvPicPr>
              <p:cNvPr id="544" name="筆跡 543">
                <a:extLst>
                  <a:ext uri="{FF2B5EF4-FFF2-40B4-BE49-F238E27FC236}">
                    <a16:creationId xmlns:a16="http://schemas.microsoft.com/office/drawing/2014/main" id="{4A8CEEC6-493D-019A-1AEC-8BAAF8BD2C1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483204" y="3930674"/>
                <a:ext cx="61956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547" name="筆跡 546">
                <a:extLst>
                  <a:ext uri="{FF2B5EF4-FFF2-40B4-BE49-F238E27FC236}">
                    <a16:creationId xmlns:a16="http://schemas.microsoft.com/office/drawing/2014/main" id="{EB8C43C7-266D-3970-A6CC-3CD4E8312426}"/>
                  </a:ext>
                </a:extLst>
              </p14:cNvPr>
              <p14:cNvContentPartPr/>
              <p14:nvPr/>
            </p14:nvContentPartPr>
            <p14:xfrm>
              <a:off x="3181244" y="3995114"/>
              <a:ext cx="143640" cy="163440"/>
            </p14:xfrm>
          </p:contentPart>
        </mc:Choice>
        <mc:Fallback xmlns="">
          <p:pic>
            <p:nvPicPr>
              <p:cNvPr id="547" name="筆跡 546">
                <a:extLst>
                  <a:ext uri="{FF2B5EF4-FFF2-40B4-BE49-F238E27FC236}">
                    <a16:creationId xmlns:a16="http://schemas.microsoft.com/office/drawing/2014/main" id="{EB8C43C7-266D-3970-A6CC-3CD4E831242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150284" y="3964154"/>
                <a:ext cx="2048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558" name="筆跡 557">
                <a:extLst>
                  <a:ext uri="{FF2B5EF4-FFF2-40B4-BE49-F238E27FC236}">
                    <a16:creationId xmlns:a16="http://schemas.microsoft.com/office/drawing/2014/main" id="{5A2ED755-D354-7332-1D80-566D66ACA0FD}"/>
                  </a:ext>
                </a:extLst>
              </p14:cNvPr>
              <p14:cNvContentPartPr/>
              <p14:nvPr/>
            </p14:nvContentPartPr>
            <p14:xfrm>
              <a:off x="3461596" y="3945240"/>
              <a:ext cx="981000" cy="375840"/>
            </p14:xfrm>
          </p:contentPart>
        </mc:Choice>
        <mc:Fallback xmlns="">
          <p:pic>
            <p:nvPicPr>
              <p:cNvPr id="558" name="筆跡 557">
                <a:extLst>
                  <a:ext uri="{FF2B5EF4-FFF2-40B4-BE49-F238E27FC236}">
                    <a16:creationId xmlns:a16="http://schemas.microsoft.com/office/drawing/2014/main" id="{5A2ED755-D354-7332-1D80-566D66ACA0FD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430625" y="3914310"/>
                <a:ext cx="1042222" cy="4369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564" name="筆跡 563">
                <a:extLst>
                  <a:ext uri="{FF2B5EF4-FFF2-40B4-BE49-F238E27FC236}">
                    <a16:creationId xmlns:a16="http://schemas.microsoft.com/office/drawing/2014/main" id="{ADC85437-55AB-9F32-3AF4-D1DDC50E7B17}"/>
                  </a:ext>
                </a:extLst>
              </p14:cNvPr>
              <p14:cNvContentPartPr/>
              <p14:nvPr/>
            </p14:nvContentPartPr>
            <p14:xfrm>
              <a:off x="4652917" y="3970032"/>
              <a:ext cx="704160" cy="343080"/>
            </p14:xfrm>
          </p:contentPart>
        </mc:Choice>
        <mc:Fallback xmlns="">
          <p:pic>
            <p:nvPicPr>
              <p:cNvPr id="564" name="筆跡 563">
                <a:extLst>
                  <a:ext uri="{FF2B5EF4-FFF2-40B4-BE49-F238E27FC236}">
                    <a16:creationId xmlns:a16="http://schemas.microsoft.com/office/drawing/2014/main" id="{ADC85437-55AB-9F32-3AF4-D1DDC50E7B1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621973" y="3939039"/>
                <a:ext cx="765329" cy="404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581" name="筆跡 580">
                <a:extLst>
                  <a:ext uri="{FF2B5EF4-FFF2-40B4-BE49-F238E27FC236}">
                    <a16:creationId xmlns:a16="http://schemas.microsoft.com/office/drawing/2014/main" id="{02C60C0E-7FF9-FCBA-2CDB-FC9C1855D845}"/>
                  </a:ext>
                </a:extLst>
              </p14:cNvPr>
              <p14:cNvContentPartPr/>
              <p14:nvPr/>
            </p14:nvContentPartPr>
            <p14:xfrm>
              <a:off x="245880" y="4489730"/>
              <a:ext cx="1539000" cy="638280"/>
            </p14:xfrm>
          </p:contentPart>
        </mc:Choice>
        <mc:Fallback xmlns="">
          <p:pic>
            <p:nvPicPr>
              <p:cNvPr id="581" name="筆跡 580">
                <a:extLst>
                  <a:ext uri="{FF2B5EF4-FFF2-40B4-BE49-F238E27FC236}">
                    <a16:creationId xmlns:a16="http://schemas.microsoft.com/office/drawing/2014/main" id="{02C60C0E-7FF9-FCBA-2CDB-FC9C1855D84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14927" y="4458770"/>
                <a:ext cx="1600186" cy="69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589" name="筆跡 588">
                <a:extLst>
                  <a:ext uri="{FF2B5EF4-FFF2-40B4-BE49-F238E27FC236}">
                    <a16:creationId xmlns:a16="http://schemas.microsoft.com/office/drawing/2014/main" id="{B36BA1F5-2AD8-7072-A41B-966C4E9F7AB0}"/>
                  </a:ext>
                </a:extLst>
              </p14:cNvPr>
              <p14:cNvContentPartPr/>
              <p14:nvPr/>
            </p14:nvContentPartPr>
            <p14:xfrm>
              <a:off x="2503196" y="4799037"/>
              <a:ext cx="387000" cy="208440"/>
            </p14:xfrm>
          </p:contentPart>
        </mc:Choice>
        <mc:Fallback xmlns="">
          <p:pic>
            <p:nvPicPr>
              <p:cNvPr id="589" name="筆跡 588">
                <a:extLst>
                  <a:ext uri="{FF2B5EF4-FFF2-40B4-BE49-F238E27FC236}">
                    <a16:creationId xmlns:a16="http://schemas.microsoft.com/office/drawing/2014/main" id="{B36BA1F5-2AD8-7072-A41B-966C4E9F7AB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472207" y="4768077"/>
                <a:ext cx="448257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590" name="筆跡 589">
                <a:extLst>
                  <a:ext uri="{FF2B5EF4-FFF2-40B4-BE49-F238E27FC236}">
                    <a16:creationId xmlns:a16="http://schemas.microsoft.com/office/drawing/2014/main" id="{815364CC-8CF8-F419-779F-3E68EC10ABFE}"/>
                  </a:ext>
                </a:extLst>
              </p14:cNvPr>
              <p14:cNvContentPartPr/>
              <p14:nvPr/>
            </p14:nvContentPartPr>
            <p14:xfrm>
              <a:off x="2049956" y="4710477"/>
              <a:ext cx="171360" cy="265680"/>
            </p14:xfrm>
          </p:contentPart>
        </mc:Choice>
        <mc:Fallback xmlns="">
          <p:pic>
            <p:nvPicPr>
              <p:cNvPr id="590" name="筆跡 589">
                <a:extLst>
                  <a:ext uri="{FF2B5EF4-FFF2-40B4-BE49-F238E27FC236}">
                    <a16:creationId xmlns:a16="http://schemas.microsoft.com/office/drawing/2014/main" id="{815364CC-8CF8-F419-779F-3E68EC10ABF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019061" y="4679475"/>
                <a:ext cx="232432" cy="326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595" name="筆跡 594">
                <a:extLst>
                  <a:ext uri="{FF2B5EF4-FFF2-40B4-BE49-F238E27FC236}">
                    <a16:creationId xmlns:a16="http://schemas.microsoft.com/office/drawing/2014/main" id="{377DA9AB-B057-71CE-15AF-C151EA444130}"/>
                  </a:ext>
                </a:extLst>
              </p14:cNvPr>
              <p14:cNvContentPartPr/>
              <p14:nvPr/>
            </p14:nvContentPartPr>
            <p14:xfrm>
              <a:off x="3208171" y="4647000"/>
              <a:ext cx="535680" cy="334800"/>
            </p14:xfrm>
          </p:contentPart>
        </mc:Choice>
        <mc:Fallback xmlns="">
          <p:pic>
            <p:nvPicPr>
              <p:cNvPr id="595" name="筆跡 594">
                <a:extLst>
                  <a:ext uri="{FF2B5EF4-FFF2-40B4-BE49-F238E27FC236}">
                    <a16:creationId xmlns:a16="http://schemas.microsoft.com/office/drawing/2014/main" id="{377DA9AB-B057-71CE-15AF-C151EA44413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177232" y="4616040"/>
                <a:ext cx="596839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599" name="筆跡 598">
                <a:extLst>
                  <a:ext uri="{FF2B5EF4-FFF2-40B4-BE49-F238E27FC236}">
                    <a16:creationId xmlns:a16="http://schemas.microsoft.com/office/drawing/2014/main" id="{7BA4355E-B9DB-7359-A636-F83A7867172D}"/>
                  </a:ext>
                </a:extLst>
              </p14:cNvPr>
              <p14:cNvContentPartPr/>
              <p14:nvPr/>
            </p14:nvContentPartPr>
            <p14:xfrm>
              <a:off x="3862291" y="4644480"/>
              <a:ext cx="482400" cy="317520"/>
            </p14:xfrm>
          </p:contentPart>
        </mc:Choice>
        <mc:Fallback xmlns="">
          <p:pic>
            <p:nvPicPr>
              <p:cNvPr id="599" name="筆跡 598">
                <a:extLst>
                  <a:ext uri="{FF2B5EF4-FFF2-40B4-BE49-F238E27FC236}">
                    <a16:creationId xmlns:a16="http://schemas.microsoft.com/office/drawing/2014/main" id="{7BA4355E-B9DB-7359-A636-F83A7867172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831308" y="4613520"/>
                <a:ext cx="543646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605" name="筆跡 604">
                <a:extLst>
                  <a:ext uri="{FF2B5EF4-FFF2-40B4-BE49-F238E27FC236}">
                    <a16:creationId xmlns:a16="http://schemas.microsoft.com/office/drawing/2014/main" id="{D07BB1AA-55E8-87D7-C5C0-AF301BFA7A77}"/>
                  </a:ext>
                </a:extLst>
              </p14:cNvPr>
              <p14:cNvContentPartPr/>
              <p14:nvPr/>
            </p14:nvContentPartPr>
            <p14:xfrm>
              <a:off x="4431355" y="4604472"/>
              <a:ext cx="434160" cy="387720"/>
            </p14:xfrm>
          </p:contentPart>
        </mc:Choice>
        <mc:Fallback xmlns="">
          <p:pic>
            <p:nvPicPr>
              <p:cNvPr id="605" name="筆跡 604">
                <a:extLst>
                  <a:ext uri="{FF2B5EF4-FFF2-40B4-BE49-F238E27FC236}">
                    <a16:creationId xmlns:a16="http://schemas.microsoft.com/office/drawing/2014/main" id="{D07BB1AA-55E8-87D7-C5C0-AF301BFA7A7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400395" y="4573512"/>
                <a:ext cx="49536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609" name="筆跡 608">
                <a:extLst>
                  <a:ext uri="{FF2B5EF4-FFF2-40B4-BE49-F238E27FC236}">
                    <a16:creationId xmlns:a16="http://schemas.microsoft.com/office/drawing/2014/main" id="{4D14F422-9605-3129-0DFB-6354C3A65B89}"/>
                  </a:ext>
                </a:extLst>
              </p14:cNvPr>
              <p14:cNvContentPartPr/>
              <p14:nvPr/>
            </p14:nvContentPartPr>
            <p14:xfrm>
              <a:off x="4909688" y="4580751"/>
              <a:ext cx="464427" cy="428487"/>
            </p14:xfrm>
          </p:contentPart>
        </mc:Choice>
        <mc:Fallback xmlns="">
          <p:pic>
            <p:nvPicPr>
              <p:cNvPr id="609" name="筆跡 608">
                <a:extLst>
                  <a:ext uri="{FF2B5EF4-FFF2-40B4-BE49-F238E27FC236}">
                    <a16:creationId xmlns:a16="http://schemas.microsoft.com/office/drawing/2014/main" id="{4D14F422-9605-3129-0DFB-6354C3A65B89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878702" y="4549811"/>
                <a:ext cx="525678" cy="489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634" name="筆跡 633">
                <a:extLst>
                  <a:ext uri="{FF2B5EF4-FFF2-40B4-BE49-F238E27FC236}">
                    <a16:creationId xmlns:a16="http://schemas.microsoft.com/office/drawing/2014/main" id="{FAD7B94B-AE9C-6125-0FC9-0328EFD8EB6F}"/>
                  </a:ext>
                </a:extLst>
              </p14:cNvPr>
              <p14:cNvContentPartPr/>
              <p14:nvPr/>
            </p14:nvContentPartPr>
            <p14:xfrm>
              <a:off x="166863" y="5336797"/>
              <a:ext cx="655560" cy="257040"/>
            </p14:xfrm>
          </p:contentPart>
        </mc:Choice>
        <mc:Fallback xmlns="">
          <p:pic>
            <p:nvPicPr>
              <p:cNvPr id="634" name="筆跡 633">
                <a:extLst>
                  <a:ext uri="{FF2B5EF4-FFF2-40B4-BE49-F238E27FC236}">
                    <a16:creationId xmlns:a16="http://schemas.microsoft.com/office/drawing/2014/main" id="{FAD7B94B-AE9C-6125-0FC9-0328EFD8EB6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35886" y="5305837"/>
                <a:ext cx="716794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639" name="筆跡 638">
                <a:extLst>
                  <a:ext uri="{FF2B5EF4-FFF2-40B4-BE49-F238E27FC236}">
                    <a16:creationId xmlns:a16="http://schemas.microsoft.com/office/drawing/2014/main" id="{5333129B-10B6-66CC-28A4-639183451ED4}"/>
                  </a:ext>
                </a:extLst>
              </p14:cNvPr>
              <p14:cNvContentPartPr/>
              <p14:nvPr/>
            </p14:nvContentPartPr>
            <p14:xfrm>
              <a:off x="1189263" y="5325277"/>
              <a:ext cx="610920" cy="270720"/>
            </p14:xfrm>
          </p:contentPart>
        </mc:Choice>
        <mc:Fallback xmlns="">
          <p:pic>
            <p:nvPicPr>
              <p:cNvPr id="639" name="筆跡 638">
                <a:extLst>
                  <a:ext uri="{FF2B5EF4-FFF2-40B4-BE49-F238E27FC236}">
                    <a16:creationId xmlns:a16="http://schemas.microsoft.com/office/drawing/2014/main" id="{5333129B-10B6-66CC-28A4-639183451ED4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158303" y="5294317"/>
                <a:ext cx="6721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647" name="筆跡 646">
                <a:extLst>
                  <a:ext uri="{FF2B5EF4-FFF2-40B4-BE49-F238E27FC236}">
                    <a16:creationId xmlns:a16="http://schemas.microsoft.com/office/drawing/2014/main" id="{AC741890-719F-7B5B-9A22-A5C62954D364}"/>
                  </a:ext>
                </a:extLst>
              </p14:cNvPr>
              <p14:cNvContentPartPr/>
              <p14:nvPr/>
            </p14:nvContentPartPr>
            <p14:xfrm>
              <a:off x="2029208" y="5298190"/>
              <a:ext cx="960840" cy="327600"/>
            </p14:xfrm>
          </p:contentPart>
        </mc:Choice>
        <mc:Fallback xmlns="">
          <p:pic>
            <p:nvPicPr>
              <p:cNvPr id="647" name="筆跡 646">
                <a:extLst>
                  <a:ext uri="{FF2B5EF4-FFF2-40B4-BE49-F238E27FC236}">
                    <a16:creationId xmlns:a16="http://schemas.microsoft.com/office/drawing/2014/main" id="{AC741890-719F-7B5B-9A22-A5C62954D36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998248" y="5267230"/>
                <a:ext cx="102204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650" name="筆跡 649">
                <a:extLst>
                  <a:ext uri="{FF2B5EF4-FFF2-40B4-BE49-F238E27FC236}">
                    <a16:creationId xmlns:a16="http://schemas.microsoft.com/office/drawing/2014/main" id="{81E67149-9BF3-4288-2E44-3CC897124574}"/>
                  </a:ext>
                </a:extLst>
              </p14:cNvPr>
              <p14:cNvContentPartPr/>
              <p14:nvPr/>
            </p14:nvContentPartPr>
            <p14:xfrm>
              <a:off x="3316828" y="5422390"/>
              <a:ext cx="213120" cy="173160"/>
            </p14:xfrm>
          </p:contentPart>
        </mc:Choice>
        <mc:Fallback xmlns="">
          <p:pic>
            <p:nvPicPr>
              <p:cNvPr id="650" name="筆跡 649">
                <a:extLst>
                  <a:ext uri="{FF2B5EF4-FFF2-40B4-BE49-F238E27FC236}">
                    <a16:creationId xmlns:a16="http://schemas.microsoft.com/office/drawing/2014/main" id="{81E67149-9BF3-4288-2E44-3CC897124574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285868" y="5391430"/>
                <a:ext cx="2743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665" name="筆跡 664">
                <a:extLst>
                  <a:ext uri="{FF2B5EF4-FFF2-40B4-BE49-F238E27FC236}">
                    <a16:creationId xmlns:a16="http://schemas.microsoft.com/office/drawing/2014/main" id="{BFE25C85-C338-95F0-5211-11716EC52655}"/>
                  </a:ext>
                </a:extLst>
              </p14:cNvPr>
              <p14:cNvContentPartPr/>
              <p14:nvPr/>
            </p14:nvContentPartPr>
            <p14:xfrm>
              <a:off x="4894302" y="5405985"/>
              <a:ext cx="362160" cy="171720"/>
            </p14:xfrm>
          </p:contentPart>
        </mc:Choice>
        <mc:Fallback xmlns="">
          <p:pic>
            <p:nvPicPr>
              <p:cNvPr id="665" name="筆跡 664">
                <a:extLst>
                  <a:ext uri="{FF2B5EF4-FFF2-40B4-BE49-F238E27FC236}">
                    <a16:creationId xmlns:a16="http://schemas.microsoft.com/office/drawing/2014/main" id="{BFE25C85-C338-95F0-5211-11716EC5265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863342" y="5375025"/>
                <a:ext cx="4233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666" name="筆跡 665">
                <a:extLst>
                  <a:ext uri="{FF2B5EF4-FFF2-40B4-BE49-F238E27FC236}">
                    <a16:creationId xmlns:a16="http://schemas.microsoft.com/office/drawing/2014/main" id="{9FE31E35-22AD-267C-86B9-F446F38859CC}"/>
                  </a:ext>
                </a:extLst>
              </p14:cNvPr>
              <p14:cNvContentPartPr/>
              <p14:nvPr/>
            </p14:nvContentPartPr>
            <p14:xfrm>
              <a:off x="4528182" y="5391945"/>
              <a:ext cx="156240" cy="196560"/>
            </p14:xfrm>
          </p:contentPart>
        </mc:Choice>
        <mc:Fallback xmlns="">
          <p:pic>
            <p:nvPicPr>
              <p:cNvPr id="666" name="筆跡 665">
                <a:extLst>
                  <a:ext uri="{FF2B5EF4-FFF2-40B4-BE49-F238E27FC236}">
                    <a16:creationId xmlns:a16="http://schemas.microsoft.com/office/drawing/2014/main" id="{9FE31E35-22AD-267C-86B9-F446F38859C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4497222" y="5360928"/>
                <a:ext cx="217440" cy="257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667" name="筆跡 666">
                <a:extLst>
                  <a:ext uri="{FF2B5EF4-FFF2-40B4-BE49-F238E27FC236}">
                    <a16:creationId xmlns:a16="http://schemas.microsoft.com/office/drawing/2014/main" id="{6E98A1F9-2B48-99F7-0C29-8F7CCA0CBAC4}"/>
                  </a:ext>
                </a:extLst>
              </p14:cNvPr>
              <p14:cNvContentPartPr/>
              <p14:nvPr/>
            </p14:nvContentPartPr>
            <p14:xfrm>
              <a:off x="3899622" y="5327505"/>
              <a:ext cx="417600" cy="258120"/>
            </p14:xfrm>
          </p:contentPart>
        </mc:Choice>
        <mc:Fallback xmlns="">
          <p:pic>
            <p:nvPicPr>
              <p:cNvPr id="667" name="筆跡 666">
                <a:extLst>
                  <a:ext uri="{FF2B5EF4-FFF2-40B4-BE49-F238E27FC236}">
                    <a16:creationId xmlns:a16="http://schemas.microsoft.com/office/drawing/2014/main" id="{6E98A1F9-2B48-99F7-0C29-8F7CCA0CBAC4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868662" y="5296545"/>
                <a:ext cx="4788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685" name="筆跡 684">
                <a:extLst>
                  <a:ext uri="{FF2B5EF4-FFF2-40B4-BE49-F238E27FC236}">
                    <a16:creationId xmlns:a16="http://schemas.microsoft.com/office/drawing/2014/main" id="{6BEDCDF0-9DA7-C0BE-F269-5456BF60EBFF}"/>
                  </a:ext>
                </a:extLst>
              </p14:cNvPr>
              <p14:cNvContentPartPr/>
              <p14:nvPr/>
            </p14:nvContentPartPr>
            <p14:xfrm>
              <a:off x="4758811" y="5768350"/>
              <a:ext cx="992160" cy="338400"/>
            </p14:xfrm>
          </p:contentPart>
        </mc:Choice>
        <mc:Fallback xmlns="">
          <p:pic>
            <p:nvPicPr>
              <p:cNvPr id="685" name="筆跡 684">
                <a:extLst>
                  <a:ext uri="{FF2B5EF4-FFF2-40B4-BE49-F238E27FC236}">
                    <a16:creationId xmlns:a16="http://schemas.microsoft.com/office/drawing/2014/main" id="{6BEDCDF0-9DA7-C0BE-F269-5456BF60EBF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727851" y="5737357"/>
                <a:ext cx="1053360" cy="399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689" name="筆跡 688">
                <a:extLst>
                  <a:ext uri="{FF2B5EF4-FFF2-40B4-BE49-F238E27FC236}">
                    <a16:creationId xmlns:a16="http://schemas.microsoft.com/office/drawing/2014/main" id="{EC091A5B-4C95-8354-8471-F5BB62CAA024}"/>
                  </a:ext>
                </a:extLst>
              </p14:cNvPr>
              <p14:cNvContentPartPr/>
              <p14:nvPr/>
            </p14:nvContentPartPr>
            <p14:xfrm>
              <a:off x="5817211" y="5765110"/>
              <a:ext cx="450720" cy="331920"/>
            </p14:xfrm>
          </p:contentPart>
        </mc:Choice>
        <mc:Fallback xmlns="">
          <p:pic>
            <p:nvPicPr>
              <p:cNvPr id="689" name="筆跡 688">
                <a:extLst>
                  <a:ext uri="{FF2B5EF4-FFF2-40B4-BE49-F238E27FC236}">
                    <a16:creationId xmlns:a16="http://schemas.microsoft.com/office/drawing/2014/main" id="{EC091A5B-4C95-8354-8471-F5BB62CAA024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786251" y="5734150"/>
                <a:ext cx="51192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692" name="筆跡 691">
                <a:extLst>
                  <a:ext uri="{FF2B5EF4-FFF2-40B4-BE49-F238E27FC236}">
                    <a16:creationId xmlns:a16="http://schemas.microsoft.com/office/drawing/2014/main" id="{D2A0D611-B64A-DF7B-D0EE-42CE5DE02BC2}"/>
                  </a:ext>
                </a:extLst>
              </p14:cNvPr>
              <p14:cNvContentPartPr/>
              <p14:nvPr/>
            </p14:nvContentPartPr>
            <p14:xfrm>
              <a:off x="127341" y="6237131"/>
              <a:ext cx="482760" cy="414000"/>
            </p14:xfrm>
          </p:contentPart>
        </mc:Choice>
        <mc:Fallback xmlns="">
          <p:pic>
            <p:nvPicPr>
              <p:cNvPr id="692" name="筆跡 691">
                <a:extLst>
                  <a:ext uri="{FF2B5EF4-FFF2-40B4-BE49-F238E27FC236}">
                    <a16:creationId xmlns:a16="http://schemas.microsoft.com/office/drawing/2014/main" id="{D2A0D611-B64A-DF7B-D0EE-42CE5DE02BC2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6358" y="6206144"/>
                <a:ext cx="544006" cy="475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701" name="筆跡 700">
                <a:extLst>
                  <a:ext uri="{FF2B5EF4-FFF2-40B4-BE49-F238E27FC236}">
                    <a16:creationId xmlns:a16="http://schemas.microsoft.com/office/drawing/2014/main" id="{293C64E1-BEFA-45AB-AB2C-E474B1E27213}"/>
                  </a:ext>
                </a:extLst>
              </p14:cNvPr>
              <p14:cNvContentPartPr/>
              <p14:nvPr/>
            </p14:nvContentPartPr>
            <p14:xfrm>
              <a:off x="655821" y="6281051"/>
              <a:ext cx="974880" cy="256320"/>
            </p14:xfrm>
          </p:contentPart>
        </mc:Choice>
        <mc:Fallback xmlns="">
          <p:pic>
            <p:nvPicPr>
              <p:cNvPr id="701" name="筆跡 700">
                <a:extLst>
                  <a:ext uri="{FF2B5EF4-FFF2-40B4-BE49-F238E27FC236}">
                    <a16:creationId xmlns:a16="http://schemas.microsoft.com/office/drawing/2014/main" id="{293C64E1-BEFA-45AB-AB2C-E474B1E27213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24861" y="6250047"/>
                <a:ext cx="1036080" cy="317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708" name="筆跡 707">
                <a:extLst>
                  <a:ext uri="{FF2B5EF4-FFF2-40B4-BE49-F238E27FC236}">
                    <a16:creationId xmlns:a16="http://schemas.microsoft.com/office/drawing/2014/main" id="{5BAAC31F-BFD2-7E4F-4C2B-DA7B4212295D}"/>
                  </a:ext>
                </a:extLst>
              </p14:cNvPr>
              <p14:cNvContentPartPr/>
              <p14:nvPr/>
            </p14:nvContentPartPr>
            <p14:xfrm>
              <a:off x="1968457" y="6293269"/>
              <a:ext cx="752760" cy="397440"/>
            </p14:xfrm>
          </p:contentPart>
        </mc:Choice>
        <mc:Fallback xmlns="">
          <p:pic>
            <p:nvPicPr>
              <p:cNvPr id="708" name="筆跡 707">
                <a:extLst>
                  <a:ext uri="{FF2B5EF4-FFF2-40B4-BE49-F238E27FC236}">
                    <a16:creationId xmlns:a16="http://schemas.microsoft.com/office/drawing/2014/main" id="{5BAAC31F-BFD2-7E4F-4C2B-DA7B4212295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937497" y="6262309"/>
                <a:ext cx="81396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709" name="筆跡 708">
                <a:extLst>
                  <a:ext uri="{FF2B5EF4-FFF2-40B4-BE49-F238E27FC236}">
                    <a16:creationId xmlns:a16="http://schemas.microsoft.com/office/drawing/2014/main" id="{C48EA934-A189-4133-C812-42C18D70914D}"/>
                  </a:ext>
                </a:extLst>
              </p14:cNvPr>
              <p14:cNvContentPartPr/>
              <p14:nvPr/>
            </p14:nvContentPartPr>
            <p14:xfrm>
              <a:off x="2832563" y="6318462"/>
              <a:ext cx="136080" cy="343440"/>
            </p14:xfrm>
          </p:contentPart>
        </mc:Choice>
        <mc:Fallback xmlns="">
          <p:pic>
            <p:nvPicPr>
              <p:cNvPr id="709" name="筆跡 708">
                <a:extLst>
                  <a:ext uri="{FF2B5EF4-FFF2-40B4-BE49-F238E27FC236}">
                    <a16:creationId xmlns:a16="http://schemas.microsoft.com/office/drawing/2014/main" id="{C48EA934-A189-4133-C812-42C18D70914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801603" y="6287470"/>
                <a:ext cx="197280" cy="404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715" name="筆跡 714">
                <a:extLst>
                  <a:ext uri="{FF2B5EF4-FFF2-40B4-BE49-F238E27FC236}">
                    <a16:creationId xmlns:a16="http://schemas.microsoft.com/office/drawing/2014/main" id="{2C3F3960-83BF-5BC2-267F-D3C75AD286C0}"/>
                  </a:ext>
                </a:extLst>
              </p14:cNvPr>
              <p14:cNvContentPartPr/>
              <p14:nvPr/>
            </p14:nvContentPartPr>
            <p14:xfrm>
              <a:off x="3053657" y="6323149"/>
              <a:ext cx="342000" cy="266040"/>
            </p14:xfrm>
          </p:contentPart>
        </mc:Choice>
        <mc:Fallback xmlns="">
          <p:pic>
            <p:nvPicPr>
              <p:cNvPr id="715" name="筆跡 714">
                <a:extLst>
                  <a:ext uri="{FF2B5EF4-FFF2-40B4-BE49-F238E27FC236}">
                    <a16:creationId xmlns:a16="http://schemas.microsoft.com/office/drawing/2014/main" id="{2C3F3960-83BF-5BC2-267F-D3C75AD286C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022730" y="6292189"/>
                <a:ext cx="403136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716" name="筆跡 715">
                <a:extLst>
                  <a:ext uri="{FF2B5EF4-FFF2-40B4-BE49-F238E27FC236}">
                    <a16:creationId xmlns:a16="http://schemas.microsoft.com/office/drawing/2014/main" id="{879E8020-3189-0B46-6EC4-EE7D0A8EB68E}"/>
                  </a:ext>
                </a:extLst>
              </p14:cNvPr>
              <p14:cNvContentPartPr/>
              <p14:nvPr/>
            </p14:nvContentPartPr>
            <p14:xfrm>
              <a:off x="3450737" y="6336829"/>
              <a:ext cx="184320" cy="235800"/>
            </p14:xfrm>
          </p:contentPart>
        </mc:Choice>
        <mc:Fallback xmlns="">
          <p:pic>
            <p:nvPicPr>
              <p:cNvPr id="716" name="筆跡 715">
                <a:extLst>
                  <a:ext uri="{FF2B5EF4-FFF2-40B4-BE49-F238E27FC236}">
                    <a16:creationId xmlns:a16="http://schemas.microsoft.com/office/drawing/2014/main" id="{879E8020-3189-0B46-6EC4-EE7D0A8EB68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419777" y="6305869"/>
                <a:ext cx="2455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720" name="筆跡 719">
                <a:extLst>
                  <a:ext uri="{FF2B5EF4-FFF2-40B4-BE49-F238E27FC236}">
                    <a16:creationId xmlns:a16="http://schemas.microsoft.com/office/drawing/2014/main" id="{F41827D8-30F1-F4F9-8420-E6D13560434E}"/>
                  </a:ext>
                </a:extLst>
              </p14:cNvPr>
              <p14:cNvContentPartPr/>
              <p14:nvPr/>
            </p14:nvContentPartPr>
            <p14:xfrm>
              <a:off x="3745381" y="6243412"/>
              <a:ext cx="389520" cy="332640"/>
            </p14:xfrm>
          </p:contentPart>
        </mc:Choice>
        <mc:Fallback xmlns="">
          <p:pic>
            <p:nvPicPr>
              <p:cNvPr id="720" name="筆跡 719">
                <a:extLst>
                  <a:ext uri="{FF2B5EF4-FFF2-40B4-BE49-F238E27FC236}">
                    <a16:creationId xmlns:a16="http://schemas.microsoft.com/office/drawing/2014/main" id="{F41827D8-30F1-F4F9-8420-E6D13560434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714450" y="6212485"/>
                <a:ext cx="450663" cy="393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729" name="筆跡 728">
                <a:extLst>
                  <a:ext uri="{FF2B5EF4-FFF2-40B4-BE49-F238E27FC236}">
                    <a16:creationId xmlns:a16="http://schemas.microsoft.com/office/drawing/2014/main" id="{5A1AF79B-F383-511A-DC57-45B71AADFA41}"/>
                  </a:ext>
                </a:extLst>
              </p14:cNvPr>
              <p14:cNvContentPartPr/>
              <p14:nvPr/>
            </p14:nvContentPartPr>
            <p14:xfrm>
              <a:off x="4220799" y="6281051"/>
              <a:ext cx="520200" cy="240480"/>
            </p14:xfrm>
          </p:contentPart>
        </mc:Choice>
        <mc:Fallback xmlns="">
          <p:pic>
            <p:nvPicPr>
              <p:cNvPr id="729" name="筆跡 728">
                <a:extLst>
                  <a:ext uri="{FF2B5EF4-FFF2-40B4-BE49-F238E27FC236}">
                    <a16:creationId xmlns:a16="http://schemas.microsoft.com/office/drawing/2014/main" id="{5A1AF79B-F383-511A-DC57-45B71AADFA4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4189818" y="6250091"/>
                <a:ext cx="581442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730" name="筆跡 729">
                <a:extLst>
                  <a:ext uri="{FF2B5EF4-FFF2-40B4-BE49-F238E27FC236}">
                    <a16:creationId xmlns:a16="http://schemas.microsoft.com/office/drawing/2014/main" id="{BDE7B4D7-5DCB-E80D-92FB-C50DD5FC9EA8}"/>
                  </a:ext>
                </a:extLst>
              </p14:cNvPr>
              <p14:cNvContentPartPr/>
              <p14:nvPr/>
            </p14:nvContentPartPr>
            <p14:xfrm>
              <a:off x="3574695" y="5890451"/>
              <a:ext cx="85680" cy="133200"/>
            </p14:xfrm>
          </p:contentPart>
        </mc:Choice>
        <mc:Fallback xmlns="">
          <p:pic>
            <p:nvPicPr>
              <p:cNvPr id="730" name="筆跡 729">
                <a:extLst>
                  <a:ext uri="{FF2B5EF4-FFF2-40B4-BE49-F238E27FC236}">
                    <a16:creationId xmlns:a16="http://schemas.microsoft.com/office/drawing/2014/main" id="{BDE7B4D7-5DCB-E80D-92FB-C50DD5FC9EA8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543735" y="5859491"/>
                <a:ext cx="1468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731" name="筆跡 730">
                <a:extLst>
                  <a:ext uri="{FF2B5EF4-FFF2-40B4-BE49-F238E27FC236}">
                    <a16:creationId xmlns:a16="http://schemas.microsoft.com/office/drawing/2014/main" id="{FCDFD0F4-4BF3-8D7E-0BC2-F402BD62B239}"/>
                  </a:ext>
                </a:extLst>
              </p14:cNvPr>
              <p14:cNvContentPartPr/>
              <p14:nvPr/>
            </p14:nvContentPartPr>
            <p14:xfrm>
              <a:off x="3721935" y="5899451"/>
              <a:ext cx="85680" cy="131400"/>
            </p14:xfrm>
          </p:contentPart>
        </mc:Choice>
        <mc:Fallback xmlns="">
          <p:pic>
            <p:nvPicPr>
              <p:cNvPr id="731" name="筆跡 730">
                <a:extLst>
                  <a:ext uri="{FF2B5EF4-FFF2-40B4-BE49-F238E27FC236}">
                    <a16:creationId xmlns:a16="http://schemas.microsoft.com/office/drawing/2014/main" id="{FCDFD0F4-4BF3-8D7E-0BC2-F402BD62B239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690975" y="5868491"/>
                <a:ext cx="1468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735" name="筆跡 734">
                <a:extLst>
                  <a:ext uri="{FF2B5EF4-FFF2-40B4-BE49-F238E27FC236}">
                    <a16:creationId xmlns:a16="http://schemas.microsoft.com/office/drawing/2014/main" id="{BF4D52B3-4ED9-9BE8-C962-E1D9C059A9CF}"/>
                  </a:ext>
                </a:extLst>
              </p14:cNvPr>
              <p14:cNvContentPartPr/>
              <p14:nvPr/>
            </p14:nvContentPartPr>
            <p14:xfrm>
              <a:off x="3888255" y="5901971"/>
              <a:ext cx="134280" cy="122400"/>
            </p14:xfrm>
          </p:contentPart>
        </mc:Choice>
        <mc:Fallback xmlns="">
          <p:pic>
            <p:nvPicPr>
              <p:cNvPr id="735" name="筆跡 734">
                <a:extLst>
                  <a:ext uri="{FF2B5EF4-FFF2-40B4-BE49-F238E27FC236}">
                    <a16:creationId xmlns:a16="http://schemas.microsoft.com/office/drawing/2014/main" id="{BF4D52B3-4ED9-9BE8-C962-E1D9C059A9C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857295" y="5871011"/>
                <a:ext cx="1954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736" name="筆跡 735">
                <a:extLst>
                  <a:ext uri="{FF2B5EF4-FFF2-40B4-BE49-F238E27FC236}">
                    <a16:creationId xmlns:a16="http://schemas.microsoft.com/office/drawing/2014/main" id="{7BB590C3-6AB7-BBB9-A4DA-2AE3187F51EF}"/>
                  </a:ext>
                </a:extLst>
              </p14:cNvPr>
              <p14:cNvContentPartPr/>
              <p14:nvPr/>
            </p14:nvContentPartPr>
            <p14:xfrm>
              <a:off x="4063935" y="5804771"/>
              <a:ext cx="30240" cy="224640"/>
            </p14:xfrm>
          </p:contentPart>
        </mc:Choice>
        <mc:Fallback xmlns="">
          <p:pic>
            <p:nvPicPr>
              <p:cNvPr id="736" name="筆跡 735">
                <a:extLst>
                  <a:ext uri="{FF2B5EF4-FFF2-40B4-BE49-F238E27FC236}">
                    <a16:creationId xmlns:a16="http://schemas.microsoft.com/office/drawing/2014/main" id="{7BB590C3-6AB7-BBB9-A4DA-2AE3187F51EF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033339" y="5773811"/>
                <a:ext cx="907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737" name="筆跡 736">
                <a:extLst>
                  <a:ext uri="{FF2B5EF4-FFF2-40B4-BE49-F238E27FC236}">
                    <a16:creationId xmlns:a16="http://schemas.microsoft.com/office/drawing/2014/main" id="{2270C9AD-2179-8370-08F5-8B6A2948D41D}"/>
                  </a:ext>
                </a:extLst>
              </p14:cNvPr>
              <p14:cNvContentPartPr/>
              <p14:nvPr/>
            </p14:nvContentPartPr>
            <p14:xfrm>
              <a:off x="4153935" y="5797931"/>
              <a:ext cx="23400" cy="232200"/>
            </p14:xfrm>
          </p:contentPart>
        </mc:Choice>
        <mc:Fallback xmlns="">
          <p:pic>
            <p:nvPicPr>
              <p:cNvPr id="737" name="筆跡 736">
                <a:extLst>
                  <a:ext uri="{FF2B5EF4-FFF2-40B4-BE49-F238E27FC236}">
                    <a16:creationId xmlns:a16="http://schemas.microsoft.com/office/drawing/2014/main" id="{2270C9AD-2179-8370-08F5-8B6A2948D41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122975" y="5766971"/>
                <a:ext cx="846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738" name="筆跡 737">
                <a:extLst>
                  <a:ext uri="{FF2B5EF4-FFF2-40B4-BE49-F238E27FC236}">
                    <a16:creationId xmlns:a16="http://schemas.microsoft.com/office/drawing/2014/main" id="{A978D10C-9937-A716-F57C-292FBA19A608}"/>
                  </a:ext>
                </a:extLst>
              </p14:cNvPr>
              <p14:cNvContentPartPr/>
              <p14:nvPr/>
            </p14:nvContentPartPr>
            <p14:xfrm>
              <a:off x="4232415" y="5908811"/>
              <a:ext cx="205920" cy="242640"/>
            </p14:xfrm>
          </p:contentPart>
        </mc:Choice>
        <mc:Fallback xmlns="">
          <p:pic>
            <p:nvPicPr>
              <p:cNvPr id="738" name="筆跡 737">
                <a:extLst>
                  <a:ext uri="{FF2B5EF4-FFF2-40B4-BE49-F238E27FC236}">
                    <a16:creationId xmlns:a16="http://schemas.microsoft.com/office/drawing/2014/main" id="{A978D10C-9937-A716-F57C-292FBA19A608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201455" y="5877897"/>
                <a:ext cx="267120" cy="303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743" name="筆跡 742">
                <a:extLst>
                  <a:ext uri="{FF2B5EF4-FFF2-40B4-BE49-F238E27FC236}">
                    <a16:creationId xmlns:a16="http://schemas.microsoft.com/office/drawing/2014/main" id="{789DA6F5-66CD-6C6B-F3A7-8BFA7974E61B}"/>
                  </a:ext>
                </a:extLst>
              </p14:cNvPr>
              <p14:cNvContentPartPr/>
              <p14:nvPr/>
            </p14:nvContentPartPr>
            <p14:xfrm>
              <a:off x="3137924" y="6400090"/>
              <a:ext cx="129960" cy="198720"/>
            </p14:xfrm>
          </p:contentPart>
        </mc:Choice>
        <mc:Fallback xmlns="">
          <p:pic>
            <p:nvPicPr>
              <p:cNvPr id="743" name="筆跡 742">
                <a:extLst>
                  <a:ext uri="{FF2B5EF4-FFF2-40B4-BE49-F238E27FC236}">
                    <a16:creationId xmlns:a16="http://schemas.microsoft.com/office/drawing/2014/main" id="{789DA6F5-66CD-6C6B-F3A7-8BFA7974E61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3106964" y="6369130"/>
                <a:ext cx="191160" cy="2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1264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筆跡 35">
                <a:extLst>
                  <a:ext uri="{FF2B5EF4-FFF2-40B4-BE49-F238E27FC236}">
                    <a16:creationId xmlns:a16="http://schemas.microsoft.com/office/drawing/2014/main" id="{8D6F2DF0-3877-0111-85C4-B3C2FFB14D92}"/>
                  </a:ext>
                </a:extLst>
              </p14:cNvPr>
              <p14:cNvContentPartPr/>
              <p14:nvPr/>
            </p14:nvContentPartPr>
            <p14:xfrm>
              <a:off x="359332" y="407112"/>
              <a:ext cx="577800" cy="308160"/>
            </p14:xfrm>
          </p:contentPart>
        </mc:Choice>
        <mc:Fallback xmlns="">
          <p:pic>
            <p:nvPicPr>
              <p:cNvPr id="36" name="筆跡 35">
                <a:extLst>
                  <a:ext uri="{FF2B5EF4-FFF2-40B4-BE49-F238E27FC236}">
                    <a16:creationId xmlns:a16="http://schemas.microsoft.com/office/drawing/2014/main" id="{8D6F2DF0-3877-0111-85C4-B3C2FFB14D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353" y="376188"/>
                <a:ext cx="639038" cy="3692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筆跡 38">
                <a:extLst>
                  <a:ext uri="{FF2B5EF4-FFF2-40B4-BE49-F238E27FC236}">
                    <a16:creationId xmlns:a16="http://schemas.microsoft.com/office/drawing/2014/main" id="{FFC4E3C7-4DFE-CEC3-2239-BD1EAEFD60DA}"/>
                  </a:ext>
                </a:extLst>
              </p14:cNvPr>
              <p14:cNvContentPartPr/>
              <p14:nvPr/>
            </p14:nvContentPartPr>
            <p14:xfrm>
              <a:off x="992122" y="603242"/>
              <a:ext cx="126360" cy="175680"/>
            </p14:xfrm>
          </p:contentPart>
        </mc:Choice>
        <mc:Fallback xmlns="">
          <p:pic>
            <p:nvPicPr>
              <p:cNvPr id="39" name="筆跡 38">
                <a:extLst>
                  <a:ext uri="{FF2B5EF4-FFF2-40B4-BE49-F238E27FC236}">
                    <a16:creationId xmlns:a16="http://schemas.microsoft.com/office/drawing/2014/main" id="{FFC4E3C7-4DFE-CEC3-2239-BD1EAEFD60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1162" y="572282"/>
                <a:ext cx="1875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0" name="筆跡 49">
                <a:extLst>
                  <a:ext uri="{FF2B5EF4-FFF2-40B4-BE49-F238E27FC236}">
                    <a16:creationId xmlns:a16="http://schemas.microsoft.com/office/drawing/2014/main" id="{3806BA63-C5D4-B3E3-CB22-C55234E22609}"/>
                  </a:ext>
                </a:extLst>
              </p14:cNvPr>
              <p14:cNvContentPartPr/>
              <p14:nvPr/>
            </p14:nvContentPartPr>
            <p14:xfrm>
              <a:off x="1263922" y="370682"/>
              <a:ext cx="2313360" cy="365040"/>
            </p14:xfrm>
          </p:contentPart>
        </mc:Choice>
        <mc:Fallback xmlns="">
          <p:pic>
            <p:nvPicPr>
              <p:cNvPr id="50" name="筆跡 49">
                <a:extLst>
                  <a:ext uri="{FF2B5EF4-FFF2-40B4-BE49-F238E27FC236}">
                    <a16:creationId xmlns:a16="http://schemas.microsoft.com/office/drawing/2014/main" id="{3806BA63-C5D4-B3E3-CB22-C55234E226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32962" y="339722"/>
                <a:ext cx="237456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4" name="筆跡 53">
                <a:extLst>
                  <a:ext uri="{FF2B5EF4-FFF2-40B4-BE49-F238E27FC236}">
                    <a16:creationId xmlns:a16="http://schemas.microsoft.com/office/drawing/2014/main" id="{3E46C7AB-0F49-659D-06E9-01D5F44460B1}"/>
                  </a:ext>
                </a:extLst>
              </p14:cNvPr>
              <p14:cNvContentPartPr/>
              <p14:nvPr/>
            </p14:nvContentPartPr>
            <p14:xfrm>
              <a:off x="3694730" y="529560"/>
              <a:ext cx="95040" cy="159480"/>
            </p14:xfrm>
          </p:contentPart>
        </mc:Choice>
        <mc:Fallback xmlns="">
          <p:pic>
            <p:nvPicPr>
              <p:cNvPr id="54" name="筆跡 53">
                <a:extLst>
                  <a:ext uri="{FF2B5EF4-FFF2-40B4-BE49-F238E27FC236}">
                    <a16:creationId xmlns:a16="http://schemas.microsoft.com/office/drawing/2014/main" id="{3E46C7AB-0F49-659D-06E9-01D5F44460B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63770" y="498600"/>
                <a:ext cx="1562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9" name="筆跡 68">
                <a:extLst>
                  <a:ext uri="{FF2B5EF4-FFF2-40B4-BE49-F238E27FC236}">
                    <a16:creationId xmlns:a16="http://schemas.microsoft.com/office/drawing/2014/main" id="{3D4B3D1B-2862-E5E6-91DD-F48866198950}"/>
                  </a:ext>
                </a:extLst>
              </p14:cNvPr>
              <p14:cNvContentPartPr/>
              <p14:nvPr/>
            </p14:nvContentPartPr>
            <p14:xfrm>
              <a:off x="4365408" y="320077"/>
              <a:ext cx="660240" cy="370440"/>
            </p14:xfrm>
          </p:contentPart>
        </mc:Choice>
        <mc:Fallback xmlns="">
          <p:pic>
            <p:nvPicPr>
              <p:cNvPr id="69" name="筆跡 68">
                <a:extLst>
                  <a:ext uri="{FF2B5EF4-FFF2-40B4-BE49-F238E27FC236}">
                    <a16:creationId xmlns:a16="http://schemas.microsoft.com/office/drawing/2014/main" id="{3D4B3D1B-2862-E5E6-91DD-F488661989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34448" y="289117"/>
                <a:ext cx="72144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9" name="筆跡 178">
                <a:extLst>
                  <a:ext uri="{FF2B5EF4-FFF2-40B4-BE49-F238E27FC236}">
                    <a16:creationId xmlns:a16="http://schemas.microsoft.com/office/drawing/2014/main" id="{24E59C72-DF26-99FE-58E7-4617637F504C}"/>
                  </a:ext>
                </a:extLst>
              </p14:cNvPr>
              <p14:cNvContentPartPr/>
              <p14:nvPr/>
            </p14:nvContentPartPr>
            <p14:xfrm>
              <a:off x="4043304" y="462526"/>
              <a:ext cx="186480" cy="208800"/>
            </p14:xfrm>
          </p:contentPart>
        </mc:Choice>
        <mc:Fallback xmlns="">
          <p:pic>
            <p:nvPicPr>
              <p:cNvPr id="179" name="筆跡 178">
                <a:extLst>
                  <a:ext uri="{FF2B5EF4-FFF2-40B4-BE49-F238E27FC236}">
                    <a16:creationId xmlns:a16="http://schemas.microsoft.com/office/drawing/2014/main" id="{24E59C72-DF26-99FE-58E7-4617637F504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12284" y="431566"/>
                <a:ext cx="247798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2" name="筆跡 181">
                <a:extLst>
                  <a:ext uri="{FF2B5EF4-FFF2-40B4-BE49-F238E27FC236}">
                    <a16:creationId xmlns:a16="http://schemas.microsoft.com/office/drawing/2014/main" id="{31660420-046C-4D47-50F8-D630B6414FFD}"/>
                  </a:ext>
                </a:extLst>
              </p14:cNvPr>
              <p14:cNvContentPartPr/>
              <p14:nvPr/>
            </p14:nvContentPartPr>
            <p14:xfrm>
              <a:off x="110124" y="1300816"/>
              <a:ext cx="397440" cy="204480"/>
            </p14:xfrm>
          </p:contentPart>
        </mc:Choice>
        <mc:Fallback xmlns="">
          <p:pic>
            <p:nvPicPr>
              <p:cNvPr id="182" name="筆跡 181">
                <a:extLst>
                  <a:ext uri="{FF2B5EF4-FFF2-40B4-BE49-F238E27FC236}">
                    <a16:creationId xmlns:a16="http://schemas.microsoft.com/office/drawing/2014/main" id="{31660420-046C-4D47-50F8-D630B6414F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64" y="1269856"/>
                <a:ext cx="4586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2" name="筆跡 191">
                <a:extLst>
                  <a:ext uri="{FF2B5EF4-FFF2-40B4-BE49-F238E27FC236}">
                    <a16:creationId xmlns:a16="http://schemas.microsoft.com/office/drawing/2014/main" id="{F615FBC7-7513-A84D-51BF-83EADB9A846D}"/>
                  </a:ext>
                </a:extLst>
              </p14:cNvPr>
              <p14:cNvContentPartPr/>
              <p14:nvPr/>
            </p14:nvContentPartPr>
            <p14:xfrm>
              <a:off x="533160" y="1163880"/>
              <a:ext cx="754560" cy="341640"/>
            </p14:xfrm>
          </p:contentPart>
        </mc:Choice>
        <mc:Fallback xmlns="">
          <p:pic>
            <p:nvPicPr>
              <p:cNvPr id="192" name="筆跡 191">
                <a:extLst>
                  <a:ext uri="{FF2B5EF4-FFF2-40B4-BE49-F238E27FC236}">
                    <a16:creationId xmlns:a16="http://schemas.microsoft.com/office/drawing/2014/main" id="{F615FBC7-7513-A84D-51BF-83EADB9A846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2215" y="1132920"/>
                <a:ext cx="815731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5" name="筆跡 194">
                <a:extLst>
                  <a:ext uri="{FF2B5EF4-FFF2-40B4-BE49-F238E27FC236}">
                    <a16:creationId xmlns:a16="http://schemas.microsoft.com/office/drawing/2014/main" id="{37BB9DF3-9597-998D-EEBE-C7EE0F973A4B}"/>
                  </a:ext>
                </a:extLst>
              </p14:cNvPr>
              <p14:cNvContentPartPr/>
              <p14:nvPr/>
            </p14:nvContentPartPr>
            <p14:xfrm>
              <a:off x="1365840" y="1298880"/>
              <a:ext cx="104400" cy="81720"/>
            </p14:xfrm>
          </p:contentPart>
        </mc:Choice>
        <mc:Fallback xmlns="">
          <p:pic>
            <p:nvPicPr>
              <p:cNvPr id="195" name="筆跡 194">
                <a:extLst>
                  <a:ext uri="{FF2B5EF4-FFF2-40B4-BE49-F238E27FC236}">
                    <a16:creationId xmlns:a16="http://schemas.microsoft.com/office/drawing/2014/main" id="{37BB9DF3-9597-998D-EEBE-C7EE0F973A4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34773" y="1267920"/>
                <a:ext cx="165812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6" name="筆跡 195">
                <a:extLst>
                  <a:ext uri="{FF2B5EF4-FFF2-40B4-BE49-F238E27FC236}">
                    <a16:creationId xmlns:a16="http://schemas.microsoft.com/office/drawing/2014/main" id="{46982741-0F5E-9273-D380-7DC2B3F35D02}"/>
                  </a:ext>
                </a:extLst>
              </p14:cNvPr>
              <p14:cNvContentPartPr/>
              <p14:nvPr/>
            </p14:nvContentPartPr>
            <p14:xfrm>
              <a:off x="3173454" y="1353600"/>
              <a:ext cx="115560" cy="15120"/>
            </p14:xfrm>
          </p:contentPart>
        </mc:Choice>
        <mc:Fallback xmlns="">
          <p:pic>
            <p:nvPicPr>
              <p:cNvPr id="196" name="筆跡 195">
                <a:extLst>
                  <a:ext uri="{FF2B5EF4-FFF2-40B4-BE49-F238E27FC236}">
                    <a16:creationId xmlns:a16="http://schemas.microsoft.com/office/drawing/2014/main" id="{46982741-0F5E-9273-D380-7DC2B3F35D0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42397" y="1322640"/>
                <a:ext cx="176951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7" name="筆跡 196">
                <a:extLst>
                  <a:ext uri="{FF2B5EF4-FFF2-40B4-BE49-F238E27FC236}">
                    <a16:creationId xmlns:a16="http://schemas.microsoft.com/office/drawing/2014/main" id="{634D2C53-45EA-5446-85AE-FAF10497CEC9}"/>
                  </a:ext>
                </a:extLst>
              </p14:cNvPr>
              <p14:cNvContentPartPr/>
              <p14:nvPr/>
            </p14:nvContentPartPr>
            <p14:xfrm>
              <a:off x="3489174" y="1271880"/>
              <a:ext cx="104400" cy="185040"/>
            </p14:xfrm>
          </p:contentPart>
        </mc:Choice>
        <mc:Fallback xmlns="">
          <p:pic>
            <p:nvPicPr>
              <p:cNvPr id="197" name="筆跡 196">
                <a:extLst>
                  <a:ext uri="{FF2B5EF4-FFF2-40B4-BE49-F238E27FC236}">
                    <a16:creationId xmlns:a16="http://schemas.microsoft.com/office/drawing/2014/main" id="{634D2C53-45EA-5446-85AE-FAF10497CEC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58214" y="1240920"/>
                <a:ext cx="1656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8" name="筆跡 197">
                <a:extLst>
                  <a:ext uri="{FF2B5EF4-FFF2-40B4-BE49-F238E27FC236}">
                    <a16:creationId xmlns:a16="http://schemas.microsoft.com/office/drawing/2014/main" id="{ADDB2F6F-ADFA-CA77-B07D-A9559257C98B}"/>
                  </a:ext>
                </a:extLst>
              </p14:cNvPr>
              <p14:cNvContentPartPr/>
              <p14:nvPr/>
            </p14:nvContentPartPr>
            <p14:xfrm>
              <a:off x="3633894" y="1398240"/>
              <a:ext cx="111600" cy="29880"/>
            </p14:xfrm>
          </p:contentPart>
        </mc:Choice>
        <mc:Fallback xmlns="">
          <p:pic>
            <p:nvPicPr>
              <p:cNvPr id="198" name="筆跡 197">
                <a:extLst>
                  <a:ext uri="{FF2B5EF4-FFF2-40B4-BE49-F238E27FC236}">
                    <a16:creationId xmlns:a16="http://schemas.microsoft.com/office/drawing/2014/main" id="{ADDB2F6F-ADFA-CA77-B07D-A9559257C9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03034" y="1367649"/>
                <a:ext cx="172603" cy="90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9" name="筆跡 198">
                <a:extLst>
                  <a:ext uri="{FF2B5EF4-FFF2-40B4-BE49-F238E27FC236}">
                    <a16:creationId xmlns:a16="http://schemas.microsoft.com/office/drawing/2014/main" id="{35FD19A5-08C1-8089-428B-FF270D8E5874}"/>
                  </a:ext>
                </a:extLst>
              </p14:cNvPr>
              <p14:cNvContentPartPr/>
              <p14:nvPr/>
            </p14:nvContentPartPr>
            <p14:xfrm>
              <a:off x="3682494" y="1357200"/>
              <a:ext cx="70560" cy="148680"/>
            </p14:xfrm>
          </p:contentPart>
        </mc:Choice>
        <mc:Fallback xmlns="">
          <p:pic>
            <p:nvPicPr>
              <p:cNvPr id="199" name="筆跡 198">
                <a:extLst>
                  <a:ext uri="{FF2B5EF4-FFF2-40B4-BE49-F238E27FC236}">
                    <a16:creationId xmlns:a16="http://schemas.microsoft.com/office/drawing/2014/main" id="{35FD19A5-08C1-8089-428B-FF270D8E587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51375" y="1326240"/>
                <a:ext cx="132074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0" name="筆跡 199">
                <a:extLst>
                  <a:ext uri="{FF2B5EF4-FFF2-40B4-BE49-F238E27FC236}">
                    <a16:creationId xmlns:a16="http://schemas.microsoft.com/office/drawing/2014/main" id="{245A119D-9B63-7B5D-DB77-DF750C865579}"/>
                  </a:ext>
                </a:extLst>
              </p14:cNvPr>
              <p14:cNvContentPartPr/>
              <p14:nvPr/>
            </p14:nvContentPartPr>
            <p14:xfrm>
              <a:off x="3756294" y="1153080"/>
              <a:ext cx="89280" cy="85680"/>
            </p14:xfrm>
          </p:contentPart>
        </mc:Choice>
        <mc:Fallback xmlns="">
          <p:pic>
            <p:nvPicPr>
              <p:cNvPr id="200" name="筆跡 199">
                <a:extLst>
                  <a:ext uri="{FF2B5EF4-FFF2-40B4-BE49-F238E27FC236}">
                    <a16:creationId xmlns:a16="http://schemas.microsoft.com/office/drawing/2014/main" id="{245A119D-9B63-7B5D-DB77-DF750C86557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25334" y="1122120"/>
                <a:ext cx="1504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1" name="筆跡 200">
                <a:extLst>
                  <a:ext uri="{FF2B5EF4-FFF2-40B4-BE49-F238E27FC236}">
                    <a16:creationId xmlns:a16="http://schemas.microsoft.com/office/drawing/2014/main" id="{4DC16BBD-14C1-C8BE-E704-EFB8F0BF9E3B}"/>
                  </a:ext>
                </a:extLst>
              </p14:cNvPr>
              <p14:cNvContentPartPr/>
              <p14:nvPr/>
            </p14:nvContentPartPr>
            <p14:xfrm>
              <a:off x="3927654" y="1188720"/>
              <a:ext cx="167040" cy="291600"/>
            </p14:xfrm>
          </p:contentPart>
        </mc:Choice>
        <mc:Fallback xmlns="">
          <p:pic>
            <p:nvPicPr>
              <p:cNvPr id="201" name="筆跡 200">
                <a:extLst>
                  <a:ext uri="{FF2B5EF4-FFF2-40B4-BE49-F238E27FC236}">
                    <a16:creationId xmlns:a16="http://schemas.microsoft.com/office/drawing/2014/main" id="{4DC16BBD-14C1-C8BE-E704-EFB8F0BF9E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96694" y="1157760"/>
                <a:ext cx="2282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2" name="筆跡 201">
                <a:extLst>
                  <a:ext uri="{FF2B5EF4-FFF2-40B4-BE49-F238E27FC236}">
                    <a16:creationId xmlns:a16="http://schemas.microsoft.com/office/drawing/2014/main" id="{7223718C-8636-D917-684C-EF992556DE4D}"/>
                  </a:ext>
                </a:extLst>
              </p14:cNvPr>
              <p14:cNvContentPartPr/>
              <p14:nvPr/>
            </p14:nvContentPartPr>
            <p14:xfrm>
              <a:off x="4135014" y="1331280"/>
              <a:ext cx="119160" cy="3960"/>
            </p14:xfrm>
          </p:contentPart>
        </mc:Choice>
        <mc:Fallback xmlns="">
          <p:pic>
            <p:nvPicPr>
              <p:cNvPr id="202" name="筆跡 201">
                <a:extLst>
                  <a:ext uri="{FF2B5EF4-FFF2-40B4-BE49-F238E27FC236}">
                    <a16:creationId xmlns:a16="http://schemas.microsoft.com/office/drawing/2014/main" id="{7223718C-8636-D917-684C-EF992556DE4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04054" y="1300320"/>
                <a:ext cx="1803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3" name="筆跡 202">
                <a:extLst>
                  <a:ext uri="{FF2B5EF4-FFF2-40B4-BE49-F238E27FC236}">
                    <a16:creationId xmlns:a16="http://schemas.microsoft.com/office/drawing/2014/main" id="{FEDB2A10-544F-B353-BC19-8841A25721D2}"/>
                  </a:ext>
                </a:extLst>
              </p14:cNvPr>
              <p14:cNvContentPartPr/>
              <p14:nvPr/>
            </p14:nvContentPartPr>
            <p14:xfrm>
              <a:off x="4194414" y="1271880"/>
              <a:ext cx="89280" cy="212040"/>
            </p14:xfrm>
          </p:contentPart>
        </mc:Choice>
        <mc:Fallback xmlns="">
          <p:pic>
            <p:nvPicPr>
              <p:cNvPr id="203" name="筆跡 202">
                <a:extLst>
                  <a:ext uri="{FF2B5EF4-FFF2-40B4-BE49-F238E27FC236}">
                    <a16:creationId xmlns:a16="http://schemas.microsoft.com/office/drawing/2014/main" id="{FEDB2A10-544F-B353-BC19-8841A25721D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63578" y="1240867"/>
                <a:ext cx="150234" cy="273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4" name="筆跡 203">
                <a:extLst>
                  <a:ext uri="{FF2B5EF4-FFF2-40B4-BE49-F238E27FC236}">
                    <a16:creationId xmlns:a16="http://schemas.microsoft.com/office/drawing/2014/main" id="{ABAFB526-8DBC-4AAB-0C26-EC885CC6DF86}"/>
                  </a:ext>
                </a:extLst>
              </p14:cNvPr>
              <p14:cNvContentPartPr/>
              <p14:nvPr/>
            </p14:nvContentPartPr>
            <p14:xfrm>
              <a:off x="4476654" y="1346040"/>
              <a:ext cx="111600" cy="11520"/>
            </p14:xfrm>
          </p:contentPart>
        </mc:Choice>
        <mc:Fallback xmlns="">
          <p:pic>
            <p:nvPicPr>
              <p:cNvPr id="204" name="筆跡 203">
                <a:extLst>
                  <a:ext uri="{FF2B5EF4-FFF2-40B4-BE49-F238E27FC236}">
                    <a16:creationId xmlns:a16="http://schemas.microsoft.com/office/drawing/2014/main" id="{ABAFB526-8DBC-4AAB-0C26-EC885CC6DF8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45694" y="1315080"/>
                <a:ext cx="172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5" name="筆跡 204">
                <a:extLst>
                  <a:ext uri="{FF2B5EF4-FFF2-40B4-BE49-F238E27FC236}">
                    <a16:creationId xmlns:a16="http://schemas.microsoft.com/office/drawing/2014/main" id="{C59496ED-747B-D035-BBE9-3D5B3C2640FF}"/>
                  </a:ext>
                </a:extLst>
              </p14:cNvPr>
              <p14:cNvContentPartPr/>
              <p14:nvPr/>
            </p14:nvContentPartPr>
            <p14:xfrm>
              <a:off x="4532094" y="1308960"/>
              <a:ext cx="19080" cy="133920"/>
            </p14:xfrm>
          </p:contentPart>
        </mc:Choice>
        <mc:Fallback xmlns="">
          <p:pic>
            <p:nvPicPr>
              <p:cNvPr id="205" name="筆跡 204">
                <a:extLst>
                  <a:ext uri="{FF2B5EF4-FFF2-40B4-BE49-F238E27FC236}">
                    <a16:creationId xmlns:a16="http://schemas.microsoft.com/office/drawing/2014/main" id="{C59496ED-747B-D035-BBE9-3D5B3C2640F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00539" y="1278000"/>
                <a:ext cx="81457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2" name="筆跡 221">
                <a:extLst>
                  <a:ext uri="{FF2B5EF4-FFF2-40B4-BE49-F238E27FC236}">
                    <a16:creationId xmlns:a16="http://schemas.microsoft.com/office/drawing/2014/main" id="{9EA097F9-CDB8-E4B6-A149-5DFB3BAD3754}"/>
                  </a:ext>
                </a:extLst>
              </p14:cNvPr>
              <p14:cNvContentPartPr/>
              <p14:nvPr/>
            </p14:nvContentPartPr>
            <p14:xfrm>
              <a:off x="4788414" y="1163880"/>
              <a:ext cx="1295640" cy="308880"/>
            </p14:xfrm>
          </p:contentPart>
        </mc:Choice>
        <mc:Fallback xmlns="">
          <p:pic>
            <p:nvPicPr>
              <p:cNvPr id="222" name="筆跡 221">
                <a:extLst>
                  <a:ext uri="{FF2B5EF4-FFF2-40B4-BE49-F238E27FC236}">
                    <a16:creationId xmlns:a16="http://schemas.microsoft.com/office/drawing/2014/main" id="{9EA097F9-CDB8-E4B6-A149-5DFB3BAD37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57463" y="1132884"/>
                <a:ext cx="1356823" cy="370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3" name="筆跡 222">
                <a:extLst>
                  <a:ext uri="{FF2B5EF4-FFF2-40B4-BE49-F238E27FC236}">
                    <a16:creationId xmlns:a16="http://schemas.microsoft.com/office/drawing/2014/main" id="{8F5219E3-5675-C9C9-38C6-514A1BDFE85D}"/>
                  </a:ext>
                </a:extLst>
              </p14:cNvPr>
              <p14:cNvContentPartPr/>
              <p14:nvPr/>
            </p14:nvContentPartPr>
            <p14:xfrm>
              <a:off x="5534694" y="541800"/>
              <a:ext cx="152640" cy="219240"/>
            </p14:xfrm>
          </p:contentPart>
        </mc:Choice>
        <mc:Fallback xmlns="">
          <p:pic>
            <p:nvPicPr>
              <p:cNvPr id="223" name="筆跡 222">
                <a:extLst>
                  <a:ext uri="{FF2B5EF4-FFF2-40B4-BE49-F238E27FC236}">
                    <a16:creationId xmlns:a16="http://schemas.microsoft.com/office/drawing/2014/main" id="{8F5219E3-5675-C9C9-38C6-514A1BDFE85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03734" y="510891"/>
                <a:ext cx="213840" cy="280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24" name="筆跡 223">
                <a:extLst>
                  <a:ext uri="{FF2B5EF4-FFF2-40B4-BE49-F238E27FC236}">
                    <a16:creationId xmlns:a16="http://schemas.microsoft.com/office/drawing/2014/main" id="{DFC8A751-F5D0-013D-D7B0-677C73734672}"/>
                  </a:ext>
                </a:extLst>
              </p14:cNvPr>
              <p14:cNvContentPartPr/>
              <p14:nvPr/>
            </p14:nvContentPartPr>
            <p14:xfrm>
              <a:off x="5775894" y="630720"/>
              <a:ext cx="67320" cy="93240"/>
            </p14:xfrm>
          </p:contentPart>
        </mc:Choice>
        <mc:Fallback xmlns="">
          <p:pic>
            <p:nvPicPr>
              <p:cNvPr id="224" name="筆跡 223">
                <a:extLst>
                  <a:ext uri="{FF2B5EF4-FFF2-40B4-BE49-F238E27FC236}">
                    <a16:creationId xmlns:a16="http://schemas.microsoft.com/office/drawing/2014/main" id="{DFC8A751-F5D0-013D-D7B0-677C7373467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44934" y="599760"/>
                <a:ext cx="1285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5" name="筆跡 224">
                <a:extLst>
                  <a:ext uri="{FF2B5EF4-FFF2-40B4-BE49-F238E27FC236}">
                    <a16:creationId xmlns:a16="http://schemas.microsoft.com/office/drawing/2014/main" id="{1E3D4900-4AFA-9A23-C1C0-3C7CCB5BDE74}"/>
                  </a:ext>
                </a:extLst>
              </p14:cNvPr>
              <p14:cNvContentPartPr/>
              <p14:nvPr/>
            </p14:nvContentPartPr>
            <p14:xfrm>
              <a:off x="5950134" y="487800"/>
              <a:ext cx="133920" cy="297720"/>
            </p14:xfrm>
          </p:contentPart>
        </mc:Choice>
        <mc:Fallback xmlns="">
          <p:pic>
            <p:nvPicPr>
              <p:cNvPr id="225" name="筆跡 224">
                <a:extLst>
                  <a:ext uri="{FF2B5EF4-FFF2-40B4-BE49-F238E27FC236}">
                    <a16:creationId xmlns:a16="http://schemas.microsoft.com/office/drawing/2014/main" id="{1E3D4900-4AFA-9A23-C1C0-3C7CCB5BDE7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19174" y="456840"/>
                <a:ext cx="19512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26" name="筆跡 225">
                <a:extLst>
                  <a:ext uri="{FF2B5EF4-FFF2-40B4-BE49-F238E27FC236}">
                    <a16:creationId xmlns:a16="http://schemas.microsoft.com/office/drawing/2014/main" id="{F1E6C1CC-6671-4ABC-10FE-8ED163D06198}"/>
                  </a:ext>
                </a:extLst>
              </p14:cNvPr>
              <p14:cNvContentPartPr/>
              <p14:nvPr/>
            </p14:nvContentPartPr>
            <p14:xfrm>
              <a:off x="6154614" y="532800"/>
              <a:ext cx="186120" cy="245880"/>
            </p14:xfrm>
          </p:contentPart>
        </mc:Choice>
        <mc:Fallback xmlns="">
          <p:pic>
            <p:nvPicPr>
              <p:cNvPr id="226" name="筆跡 225">
                <a:extLst>
                  <a:ext uri="{FF2B5EF4-FFF2-40B4-BE49-F238E27FC236}">
                    <a16:creationId xmlns:a16="http://schemas.microsoft.com/office/drawing/2014/main" id="{F1E6C1CC-6671-4ABC-10FE-8ED163D0619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23654" y="501840"/>
                <a:ext cx="2473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33" name="筆跡 232">
                <a:extLst>
                  <a:ext uri="{FF2B5EF4-FFF2-40B4-BE49-F238E27FC236}">
                    <a16:creationId xmlns:a16="http://schemas.microsoft.com/office/drawing/2014/main" id="{32A62F78-7982-F7E6-76FE-A7CC3FBFFB24}"/>
                  </a:ext>
                </a:extLst>
              </p14:cNvPr>
              <p14:cNvContentPartPr/>
              <p14:nvPr/>
            </p14:nvContentPartPr>
            <p14:xfrm>
              <a:off x="6384449" y="634680"/>
              <a:ext cx="130320" cy="186120"/>
            </p14:xfrm>
          </p:contentPart>
        </mc:Choice>
        <mc:Fallback xmlns="">
          <p:pic>
            <p:nvPicPr>
              <p:cNvPr id="233" name="筆跡 232">
                <a:extLst>
                  <a:ext uri="{FF2B5EF4-FFF2-40B4-BE49-F238E27FC236}">
                    <a16:creationId xmlns:a16="http://schemas.microsoft.com/office/drawing/2014/main" id="{32A62F78-7982-F7E6-76FE-A7CC3FBFFB2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53489" y="603720"/>
                <a:ext cx="1915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48" name="筆跡 247">
                <a:extLst>
                  <a:ext uri="{FF2B5EF4-FFF2-40B4-BE49-F238E27FC236}">
                    <a16:creationId xmlns:a16="http://schemas.microsoft.com/office/drawing/2014/main" id="{6AD2817F-E954-FAA3-9CF8-6347BF9E22E3}"/>
                  </a:ext>
                </a:extLst>
              </p14:cNvPr>
              <p14:cNvContentPartPr/>
              <p14:nvPr/>
            </p14:nvContentPartPr>
            <p14:xfrm>
              <a:off x="6729689" y="530640"/>
              <a:ext cx="1845360" cy="254520"/>
            </p14:xfrm>
          </p:contentPart>
        </mc:Choice>
        <mc:Fallback xmlns="">
          <p:pic>
            <p:nvPicPr>
              <p:cNvPr id="248" name="筆跡 247">
                <a:extLst>
                  <a:ext uri="{FF2B5EF4-FFF2-40B4-BE49-F238E27FC236}">
                    <a16:creationId xmlns:a16="http://schemas.microsoft.com/office/drawing/2014/main" id="{6AD2817F-E954-FAA3-9CF8-6347BF9E22E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98729" y="499636"/>
                <a:ext cx="1906560" cy="315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54" name="筆跡 253">
                <a:extLst>
                  <a:ext uri="{FF2B5EF4-FFF2-40B4-BE49-F238E27FC236}">
                    <a16:creationId xmlns:a16="http://schemas.microsoft.com/office/drawing/2014/main" id="{AC3018E0-9A64-B46C-8DCF-D85553BB0688}"/>
                  </a:ext>
                </a:extLst>
              </p14:cNvPr>
              <p14:cNvContentPartPr/>
              <p14:nvPr/>
            </p14:nvContentPartPr>
            <p14:xfrm>
              <a:off x="8953409" y="530640"/>
              <a:ext cx="430920" cy="223560"/>
            </p14:xfrm>
          </p:contentPart>
        </mc:Choice>
        <mc:Fallback xmlns="">
          <p:pic>
            <p:nvPicPr>
              <p:cNvPr id="254" name="筆跡 253">
                <a:extLst>
                  <a:ext uri="{FF2B5EF4-FFF2-40B4-BE49-F238E27FC236}">
                    <a16:creationId xmlns:a16="http://schemas.microsoft.com/office/drawing/2014/main" id="{AC3018E0-9A64-B46C-8DCF-D85553BB068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922475" y="499630"/>
                <a:ext cx="492069" cy="284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58" name="筆跡 257">
                <a:extLst>
                  <a:ext uri="{FF2B5EF4-FFF2-40B4-BE49-F238E27FC236}">
                    <a16:creationId xmlns:a16="http://schemas.microsoft.com/office/drawing/2014/main" id="{EAC02A9F-A872-64F5-E52A-65B04523EF05}"/>
                  </a:ext>
                </a:extLst>
              </p14:cNvPr>
              <p14:cNvContentPartPr/>
              <p14:nvPr/>
            </p14:nvContentPartPr>
            <p14:xfrm>
              <a:off x="9435809" y="519480"/>
              <a:ext cx="560880" cy="438120"/>
            </p14:xfrm>
          </p:contentPart>
        </mc:Choice>
        <mc:Fallback xmlns="">
          <p:pic>
            <p:nvPicPr>
              <p:cNvPr id="258" name="筆跡 257">
                <a:extLst>
                  <a:ext uri="{FF2B5EF4-FFF2-40B4-BE49-F238E27FC236}">
                    <a16:creationId xmlns:a16="http://schemas.microsoft.com/office/drawing/2014/main" id="{EAC02A9F-A872-64F5-E52A-65B04523EF0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404849" y="488495"/>
                <a:ext cx="622080" cy="4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59" name="筆跡 258">
                <a:extLst>
                  <a:ext uri="{FF2B5EF4-FFF2-40B4-BE49-F238E27FC236}">
                    <a16:creationId xmlns:a16="http://schemas.microsoft.com/office/drawing/2014/main" id="{8BFE4168-EF6D-0D4A-508E-FA802CF38E19}"/>
                  </a:ext>
                </a:extLst>
              </p14:cNvPr>
              <p14:cNvContentPartPr/>
              <p14:nvPr/>
            </p14:nvContentPartPr>
            <p14:xfrm>
              <a:off x="2591558" y="472000"/>
              <a:ext cx="159840" cy="203760"/>
            </p14:xfrm>
          </p:contentPart>
        </mc:Choice>
        <mc:Fallback xmlns="">
          <p:pic>
            <p:nvPicPr>
              <p:cNvPr id="259" name="筆跡 258">
                <a:extLst>
                  <a:ext uri="{FF2B5EF4-FFF2-40B4-BE49-F238E27FC236}">
                    <a16:creationId xmlns:a16="http://schemas.microsoft.com/office/drawing/2014/main" id="{8BFE4168-EF6D-0D4A-508E-FA802CF38E1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560668" y="441040"/>
                <a:ext cx="220902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60" name="筆跡 259">
                <a:extLst>
                  <a:ext uri="{FF2B5EF4-FFF2-40B4-BE49-F238E27FC236}">
                    <a16:creationId xmlns:a16="http://schemas.microsoft.com/office/drawing/2014/main" id="{7F9109EA-0AA0-7B7A-ADA8-036FFFEB2B70}"/>
                  </a:ext>
                </a:extLst>
              </p14:cNvPr>
              <p14:cNvContentPartPr/>
              <p14:nvPr/>
            </p14:nvContentPartPr>
            <p14:xfrm>
              <a:off x="3336894" y="1234800"/>
              <a:ext cx="108000" cy="208080"/>
            </p14:xfrm>
          </p:contentPart>
        </mc:Choice>
        <mc:Fallback xmlns="">
          <p:pic>
            <p:nvPicPr>
              <p:cNvPr id="260" name="筆跡 259">
                <a:extLst>
                  <a:ext uri="{FF2B5EF4-FFF2-40B4-BE49-F238E27FC236}">
                    <a16:creationId xmlns:a16="http://schemas.microsoft.com/office/drawing/2014/main" id="{7F9109EA-0AA0-7B7A-ADA8-036FFFEB2B7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05934" y="1203840"/>
                <a:ext cx="16920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62" name="筆跡 261">
                <a:extLst>
                  <a:ext uri="{FF2B5EF4-FFF2-40B4-BE49-F238E27FC236}">
                    <a16:creationId xmlns:a16="http://schemas.microsoft.com/office/drawing/2014/main" id="{4137AB88-6275-61E0-DC24-61B803808BE7}"/>
                  </a:ext>
                </a:extLst>
              </p14:cNvPr>
              <p14:cNvContentPartPr/>
              <p14:nvPr/>
            </p14:nvContentPartPr>
            <p14:xfrm>
              <a:off x="1563120" y="570240"/>
              <a:ext cx="75600" cy="5040"/>
            </p14:xfrm>
          </p:contentPart>
        </mc:Choice>
        <mc:Fallback xmlns="">
          <p:pic>
            <p:nvPicPr>
              <p:cNvPr id="262" name="筆跡 261">
                <a:extLst>
                  <a:ext uri="{FF2B5EF4-FFF2-40B4-BE49-F238E27FC236}">
                    <a16:creationId xmlns:a16="http://schemas.microsoft.com/office/drawing/2014/main" id="{4137AB88-6275-61E0-DC24-61B803808BE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32160" y="539280"/>
                <a:ext cx="1368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63" name="筆跡 262">
                <a:extLst>
                  <a:ext uri="{FF2B5EF4-FFF2-40B4-BE49-F238E27FC236}">
                    <a16:creationId xmlns:a16="http://schemas.microsoft.com/office/drawing/2014/main" id="{958B777C-0F1C-6303-D842-C0C38BB119A5}"/>
                  </a:ext>
                </a:extLst>
              </p14:cNvPr>
              <p14:cNvContentPartPr/>
              <p14:nvPr/>
            </p14:nvContentPartPr>
            <p14:xfrm>
              <a:off x="1761480" y="554040"/>
              <a:ext cx="298080" cy="37440"/>
            </p14:xfrm>
          </p:contentPart>
        </mc:Choice>
        <mc:Fallback xmlns="">
          <p:pic>
            <p:nvPicPr>
              <p:cNvPr id="263" name="筆跡 262">
                <a:extLst>
                  <a:ext uri="{FF2B5EF4-FFF2-40B4-BE49-F238E27FC236}">
                    <a16:creationId xmlns:a16="http://schemas.microsoft.com/office/drawing/2014/main" id="{958B777C-0F1C-6303-D842-C0C38BB119A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730520" y="523080"/>
                <a:ext cx="3592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64" name="筆跡 263">
                <a:extLst>
                  <a:ext uri="{FF2B5EF4-FFF2-40B4-BE49-F238E27FC236}">
                    <a16:creationId xmlns:a16="http://schemas.microsoft.com/office/drawing/2014/main" id="{E9053D9A-FFC6-0ADC-EFFC-3FFA62BA03AC}"/>
                  </a:ext>
                </a:extLst>
              </p14:cNvPr>
              <p14:cNvContentPartPr/>
              <p14:nvPr/>
            </p14:nvContentPartPr>
            <p14:xfrm>
              <a:off x="1694520" y="276840"/>
              <a:ext cx="115920" cy="227520"/>
            </p14:xfrm>
          </p:contentPart>
        </mc:Choice>
        <mc:Fallback xmlns="">
          <p:pic>
            <p:nvPicPr>
              <p:cNvPr id="264" name="筆跡 263">
                <a:extLst>
                  <a:ext uri="{FF2B5EF4-FFF2-40B4-BE49-F238E27FC236}">
                    <a16:creationId xmlns:a16="http://schemas.microsoft.com/office/drawing/2014/main" id="{E9053D9A-FFC6-0ADC-EFFC-3FFA62BA03A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63560" y="245880"/>
                <a:ext cx="1771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68" name="筆跡 267">
                <a:extLst>
                  <a:ext uri="{FF2B5EF4-FFF2-40B4-BE49-F238E27FC236}">
                    <a16:creationId xmlns:a16="http://schemas.microsoft.com/office/drawing/2014/main" id="{F3F5FA45-6AE8-22B5-6DE1-A85EEAACCA70}"/>
                  </a:ext>
                </a:extLst>
              </p14:cNvPr>
              <p14:cNvContentPartPr/>
              <p14:nvPr/>
            </p14:nvContentPartPr>
            <p14:xfrm>
              <a:off x="1897920" y="209880"/>
              <a:ext cx="168840" cy="268560"/>
            </p14:xfrm>
          </p:contentPart>
        </mc:Choice>
        <mc:Fallback xmlns="">
          <p:pic>
            <p:nvPicPr>
              <p:cNvPr id="268" name="筆跡 267">
                <a:extLst>
                  <a:ext uri="{FF2B5EF4-FFF2-40B4-BE49-F238E27FC236}">
                    <a16:creationId xmlns:a16="http://schemas.microsoft.com/office/drawing/2014/main" id="{F3F5FA45-6AE8-22B5-6DE1-A85EEAACCA7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67026" y="178878"/>
                <a:ext cx="229910" cy="3298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72" name="筆跡 271">
                <a:extLst>
                  <a:ext uri="{FF2B5EF4-FFF2-40B4-BE49-F238E27FC236}">
                    <a16:creationId xmlns:a16="http://schemas.microsoft.com/office/drawing/2014/main" id="{D72D7D1C-E2E5-D855-2AE1-EA1D779F5640}"/>
                  </a:ext>
                </a:extLst>
              </p14:cNvPr>
              <p14:cNvContentPartPr/>
              <p14:nvPr/>
            </p14:nvContentPartPr>
            <p14:xfrm>
              <a:off x="1707480" y="681120"/>
              <a:ext cx="306000" cy="189720"/>
            </p14:xfrm>
          </p:contentPart>
        </mc:Choice>
        <mc:Fallback xmlns="">
          <p:pic>
            <p:nvPicPr>
              <p:cNvPr id="272" name="筆跡 271">
                <a:extLst>
                  <a:ext uri="{FF2B5EF4-FFF2-40B4-BE49-F238E27FC236}">
                    <a16:creationId xmlns:a16="http://schemas.microsoft.com/office/drawing/2014/main" id="{D72D7D1C-E2E5-D855-2AE1-EA1D779F564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76520" y="650160"/>
                <a:ext cx="3672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76" name="筆跡 275">
                <a:extLst>
                  <a:ext uri="{FF2B5EF4-FFF2-40B4-BE49-F238E27FC236}">
                    <a16:creationId xmlns:a16="http://schemas.microsoft.com/office/drawing/2014/main" id="{4CB467C1-0F1D-393F-F528-73B6057F4990}"/>
                  </a:ext>
                </a:extLst>
              </p14:cNvPr>
              <p14:cNvContentPartPr/>
              <p14:nvPr/>
            </p14:nvContentPartPr>
            <p14:xfrm>
              <a:off x="2161080" y="387360"/>
              <a:ext cx="238320" cy="277560"/>
            </p14:xfrm>
          </p:contentPart>
        </mc:Choice>
        <mc:Fallback xmlns="">
          <p:pic>
            <p:nvPicPr>
              <p:cNvPr id="276" name="筆跡 275">
                <a:extLst>
                  <a:ext uri="{FF2B5EF4-FFF2-40B4-BE49-F238E27FC236}">
                    <a16:creationId xmlns:a16="http://schemas.microsoft.com/office/drawing/2014/main" id="{4CB467C1-0F1D-393F-F528-73B6057F499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30073" y="356440"/>
                <a:ext cx="299613" cy="3386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81" name="筆跡 280">
                <a:extLst>
                  <a:ext uri="{FF2B5EF4-FFF2-40B4-BE49-F238E27FC236}">
                    <a16:creationId xmlns:a16="http://schemas.microsoft.com/office/drawing/2014/main" id="{E75FE1E6-F212-D2CD-0848-7597BB478139}"/>
                  </a:ext>
                </a:extLst>
              </p14:cNvPr>
              <p14:cNvContentPartPr/>
              <p14:nvPr/>
            </p14:nvContentPartPr>
            <p14:xfrm>
              <a:off x="1569855" y="1339167"/>
              <a:ext cx="72000" cy="2520"/>
            </p14:xfrm>
          </p:contentPart>
        </mc:Choice>
        <mc:Fallback xmlns="">
          <p:pic>
            <p:nvPicPr>
              <p:cNvPr id="281" name="筆跡 280">
                <a:extLst>
                  <a:ext uri="{FF2B5EF4-FFF2-40B4-BE49-F238E27FC236}">
                    <a16:creationId xmlns:a16="http://schemas.microsoft.com/office/drawing/2014/main" id="{E75FE1E6-F212-D2CD-0848-7597BB47813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38895" y="1312077"/>
                <a:ext cx="133200" cy="56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82" name="筆跡 281">
                <a:extLst>
                  <a:ext uri="{FF2B5EF4-FFF2-40B4-BE49-F238E27FC236}">
                    <a16:creationId xmlns:a16="http://schemas.microsoft.com/office/drawing/2014/main" id="{1C436F8F-E319-D623-53BB-7FF0C700C412}"/>
                  </a:ext>
                </a:extLst>
              </p14:cNvPr>
              <p14:cNvContentPartPr/>
              <p14:nvPr/>
            </p14:nvContentPartPr>
            <p14:xfrm>
              <a:off x="1706295" y="1254567"/>
              <a:ext cx="129600" cy="132120"/>
            </p14:xfrm>
          </p:contentPart>
        </mc:Choice>
        <mc:Fallback xmlns="">
          <p:pic>
            <p:nvPicPr>
              <p:cNvPr id="282" name="筆跡 281">
                <a:extLst>
                  <a:ext uri="{FF2B5EF4-FFF2-40B4-BE49-F238E27FC236}">
                    <a16:creationId xmlns:a16="http://schemas.microsoft.com/office/drawing/2014/main" id="{1C436F8F-E319-D623-53BB-7FF0C700C41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675421" y="1223522"/>
                <a:ext cx="190630" cy="193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83" name="筆跡 282">
                <a:extLst>
                  <a:ext uri="{FF2B5EF4-FFF2-40B4-BE49-F238E27FC236}">
                    <a16:creationId xmlns:a16="http://schemas.microsoft.com/office/drawing/2014/main" id="{15FD58AD-DCD1-CB4A-3582-61C9DA118738}"/>
                  </a:ext>
                </a:extLst>
              </p14:cNvPr>
              <p14:cNvContentPartPr/>
              <p14:nvPr/>
            </p14:nvContentPartPr>
            <p14:xfrm>
              <a:off x="1876935" y="1336647"/>
              <a:ext cx="95040" cy="25200"/>
            </p14:xfrm>
          </p:contentPart>
        </mc:Choice>
        <mc:Fallback xmlns="">
          <p:pic>
            <p:nvPicPr>
              <p:cNvPr id="283" name="筆跡 282">
                <a:extLst>
                  <a:ext uri="{FF2B5EF4-FFF2-40B4-BE49-F238E27FC236}">
                    <a16:creationId xmlns:a16="http://schemas.microsoft.com/office/drawing/2014/main" id="{15FD58AD-DCD1-CB4A-3582-61C9DA11873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845975" y="1305687"/>
                <a:ext cx="1562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84" name="筆跡 283">
                <a:extLst>
                  <a:ext uri="{FF2B5EF4-FFF2-40B4-BE49-F238E27FC236}">
                    <a16:creationId xmlns:a16="http://schemas.microsoft.com/office/drawing/2014/main" id="{6B889323-96B7-1490-AF2F-9408BFB0DEC2}"/>
                  </a:ext>
                </a:extLst>
              </p14:cNvPr>
              <p14:cNvContentPartPr/>
              <p14:nvPr/>
            </p14:nvContentPartPr>
            <p14:xfrm>
              <a:off x="1920855" y="1295247"/>
              <a:ext cx="69480" cy="156960"/>
            </p14:xfrm>
          </p:contentPart>
        </mc:Choice>
        <mc:Fallback xmlns="">
          <p:pic>
            <p:nvPicPr>
              <p:cNvPr id="284" name="筆跡 283">
                <a:extLst>
                  <a:ext uri="{FF2B5EF4-FFF2-40B4-BE49-F238E27FC236}">
                    <a16:creationId xmlns:a16="http://schemas.microsoft.com/office/drawing/2014/main" id="{6B889323-96B7-1490-AF2F-9408BFB0DEC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889895" y="1264358"/>
                <a:ext cx="130680" cy="218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96" name="筆跡 295">
                <a:extLst>
                  <a:ext uri="{FF2B5EF4-FFF2-40B4-BE49-F238E27FC236}">
                    <a16:creationId xmlns:a16="http://schemas.microsoft.com/office/drawing/2014/main" id="{389EDB4E-D616-E3D8-A891-86C94699039B}"/>
                  </a:ext>
                </a:extLst>
              </p14:cNvPr>
              <p14:cNvContentPartPr/>
              <p14:nvPr/>
            </p14:nvContentPartPr>
            <p14:xfrm>
              <a:off x="2061975" y="1056207"/>
              <a:ext cx="368640" cy="618120"/>
            </p14:xfrm>
          </p:contentPart>
        </mc:Choice>
        <mc:Fallback xmlns="">
          <p:pic>
            <p:nvPicPr>
              <p:cNvPr id="296" name="筆跡 295">
                <a:extLst>
                  <a:ext uri="{FF2B5EF4-FFF2-40B4-BE49-F238E27FC236}">
                    <a16:creationId xmlns:a16="http://schemas.microsoft.com/office/drawing/2014/main" id="{389EDB4E-D616-E3D8-A891-86C94699039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031045" y="1025229"/>
                <a:ext cx="429780" cy="679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00" name="筆跡 299">
                <a:extLst>
                  <a:ext uri="{FF2B5EF4-FFF2-40B4-BE49-F238E27FC236}">
                    <a16:creationId xmlns:a16="http://schemas.microsoft.com/office/drawing/2014/main" id="{F1F4FA4E-544C-79FE-D636-10324821A00B}"/>
                  </a:ext>
                </a:extLst>
              </p14:cNvPr>
              <p14:cNvContentPartPr/>
              <p14:nvPr/>
            </p14:nvContentPartPr>
            <p14:xfrm>
              <a:off x="2585949" y="1134305"/>
              <a:ext cx="371880" cy="333720"/>
            </p14:xfrm>
          </p:contentPart>
        </mc:Choice>
        <mc:Fallback xmlns="">
          <p:pic>
            <p:nvPicPr>
              <p:cNvPr id="300" name="筆跡 299">
                <a:extLst>
                  <a:ext uri="{FF2B5EF4-FFF2-40B4-BE49-F238E27FC236}">
                    <a16:creationId xmlns:a16="http://schemas.microsoft.com/office/drawing/2014/main" id="{F1F4FA4E-544C-79FE-D636-10324821A00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554989" y="1103345"/>
                <a:ext cx="43308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01" name="筆跡 300">
                <a:extLst>
                  <a:ext uri="{FF2B5EF4-FFF2-40B4-BE49-F238E27FC236}">
                    <a16:creationId xmlns:a16="http://schemas.microsoft.com/office/drawing/2014/main" id="{58819B86-1E50-0696-3FD4-A8831D787FF9}"/>
                  </a:ext>
                </a:extLst>
              </p14:cNvPr>
              <p14:cNvContentPartPr/>
              <p14:nvPr/>
            </p14:nvContentPartPr>
            <p14:xfrm>
              <a:off x="1971636" y="542600"/>
              <a:ext cx="2520" cy="23400"/>
            </p14:xfrm>
          </p:contentPart>
        </mc:Choice>
        <mc:Fallback xmlns="">
          <p:pic>
            <p:nvPicPr>
              <p:cNvPr id="301" name="筆跡 300">
                <a:extLst>
                  <a:ext uri="{FF2B5EF4-FFF2-40B4-BE49-F238E27FC236}">
                    <a16:creationId xmlns:a16="http://schemas.microsoft.com/office/drawing/2014/main" id="{58819B86-1E50-0696-3FD4-A8831D787FF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940676" y="511640"/>
                <a:ext cx="637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20" name="筆跡 319">
                <a:extLst>
                  <a:ext uri="{FF2B5EF4-FFF2-40B4-BE49-F238E27FC236}">
                    <a16:creationId xmlns:a16="http://schemas.microsoft.com/office/drawing/2014/main" id="{067BBC90-0A0D-6E61-E5C9-E8AAADC89DA4}"/>
                  </a:ext>
                </a:extLst>
              </p14:cNvPr>
              <p14:cNvContentPartPr/>
              <p14:nvPr/>
            </p14:nvContentPartPr>
            <p14:xfrm>
              <a:off x="7137138" y="1175357"/>
              <a:ext cx="1304640" cy="512640"/>
            </p14:xfrm>
          </p:contentPart>
        </mc:Choice>
        <mc:Fallback xmlns="">
          <p:pic>
            <p:nvPicPr>
              <p:cNvPr id="320" name="筆跡 319">
                <a:extLst>
                  <a:ext uri="{FF2B5EF4-FFF2-40B4-BE49-F238E27FC236}">
                    <a16:creationId xmlns:a16="http://schemas.microsoft.com/office/drawing/2014/main" id="{067BBC90-0A0D-6E61-E5C9-E8AAADC89DA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106169" y="1144375"/>
                <a:ext cx="1365857" cy="573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09" name="筆跡 408">
                <a:extLst>
                  <a:ext uri="{FF2B5EF4-FFF2-40B4-BE49-F238E27FC236}">
                    <a16:creationId xmlns:a16="http://schemas.microsoft.com/office/drawing/2014/main" id="{D8E7C6CC-D2E4-28F7-C1C9-E13332CCD671}"/>
                  </a:ext>
                </a:extLst>
              </p14:cNvPr>
              <p14:cNvContentPartPr/>
              <p14:nvPr/>
            </p14:nvContentPartPr>
            <p14:xfrm>
              <a:off x="612529" y="5206362"/>
              <a:ext cx="347400" cy="499680"/>
            </p14:xfrm>
          </p:contentPart>
        </mc:Choice>
        <mc:Fallback xmlns="">
          <p:pic>
            <p:nvPicPr>
              <p:cNvPr id="409" name="筆跡 408">
                <a:extLst>
                  <a:ext uri="{FF2B5EF4-FFF2-40B4-BE49-F238E27FC236}">
                    <a16:creationId xmlns:a16="http://schemas.microsoft.com/office/drawing/2014/main" id="{D8E7C6CC-D2E4-28F7-C1C9-E13332CCD67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1537" y="5175402"/>
                <a:ext cx="408663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20" name="筆跡 419">
                <a:extLst>
                  <a:ext uri="{FF2B5EF4-FFF2-40B4-BE49-F238E27FC236}">
                    <a16:creationId xmlns:a16="http://schemas.microsoft.com/office/drawing/2014/main" id="{08E93A22-A6EC-12B5-53A6-73320E25CB75}"/>
                  </a:ext>
                </a:extLst>
              </p14:cNvPr>
              <p14:cNvContentPartPr/>
              <p14:nvPr/>
            </p14:nvContentPartPr>
            <p14:xfrm>
              <a:off x="1252986" y="5181195"/>
              <a:ext cx="1144080" cy="302760"/>
            </p14:xfrm>
          </p:contentPart>
        </mc:Choice>
        <mc:Fallback xmlns="">
          <p:pic>
            <p:nvPicPr>
              <p:cNvPr id="420" name="筆跡 419">
                <a:extLst>
                  <a:ext uri="{FF2B5EF4-FFF2-40B4-BE49-F238E27FC236}">
                    <a16:creationId xmlns:a16="http://schemas.microsoft.com/office/drawing/2014/main" id="{08E93A22-A6EC-12B5-53A6-73320E25CB7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222016" y="5150235"/>
                <a:ext cx="1205299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32" name="筆跡 431">
                <a:extLst>
                  <a:ext uri="{FF2B5EF4-FFF2-40B4-BE49-F238E27FC236}">
                    <a16:creationId xmlns:a16="http://schemas.microsoft.com/office/drawing/2014/main" id="{3A968D8B-7F66-9631-8012-CDC40BD6DABD}"/>
                  </a:ext>
                </a:extLst>
              </p14:cNvPr>
              <p14:cNvContentPartPr/>
              <p14:nvPr/>
            </p14:nvContentPartPr>
            <p14:xfrm>
              <a:off x="2708994" y="5164712"/>
              <a:ext cx="1463400" cy="546480"/>
            </p14:xfrm>
          </p:contentPart>
        </mc:Choice>
        <mc:Fallback xmlns="">
          <p:pic>
            <p:nvPicPr>
              <p:cNvPr id="432" name="筆跡 431">
                <a:extLst>
                  <a:ext uri="{FF2B5EF4-FFF2-40B4-BE49-F238E27FC236}">
                    <a16:creationId xmlns:a16="http://schemas.microsoft.com/office/drawing/2014/main" id="{3A968D8B-7F66-9631-8012-CDC40BD6DAB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78026" y="5133752"/>
                <a:ext cx="1524615" cy="60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38" name="筆跡 437">
                <a:extLst>
                  <a:ext uri="{FF2B5EF4-FFF2-40B4-BE49-F238E27FC236}">
                    <a16:creationId xmlns:a16="http://schemas.microsoft.com/office/drawing/2014/main" id="{8E1ADCF0-CCB5-F515-C878-C137DE4C4614}"/>
                  </a:ext>
                </a:extLst>
              </p14:cNvPr>
              <p14:cNvContentPartPr/>
              <p14:nvPr/>
            </p14:nvContentPartPr>
            <p14:xfrm>
              <a:off x="5030099" y="5360842"/>
              <a:ext cx="407160" cy="163800"/>
            </p14:xfrm>
          </p:contentPart>
        </mc:Choice>
        <mc:Fallback xmlns="">
          <p:pic>
            <p:nvPicPr>
              <p:cNvPr id="438" name="筆跡 437">
                <a:extLst>
                  <a:ext uri="{FF2B5EF4-FFF2-40B4-BE49-F238E27FC236}">
                    <a16:creationId xmlns:a16="http://schemas.microsoft.com/office/drawing/2014/main" id="{8E1ADCF0-CCB5-F515-C878-C137DE4C461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999139" y="5329814"/>
                <a:ext cx="468360" cy="225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439" name="筆跡 438">
                <a:extLst>
                  <a:ext uri="{FF2B5EF4-FFF2-40B4-BE49-F238E27FC236}">
                    <a16:creationId xmlns:a16="http://schemas.microsoft.com/office/drawing/2014/main" id="{926DCCDF-0FF8-2620-4AD6-265B2BF7DC79}"/>
                  </a:ext>
                </a:extLst>
              </p14:cNvPr>
              <p14:cNvContentPartPr/>
              <p14:nvPr/>
            </p14:nvContentPartPr>
            <p14:xfrm>
              <a:off x="4401539" y="5333842"/>
              <a:ext cx="330840" cy="181080"/>
            </p14:xfrm>
          </p:contentPart>
        </mc:Choice>
        <mc:Fallback xmlns="">
          <p:pic>
            <p:nvPicPr>
              <p:cNvPr id="439" name="筆跡 438">
                <a:extLst>
                  <a:ext uri="{FF2B5EF4-FFF2-40B4-BE49-F238E27FC236}">
                    <a16:creationId xmlns:a16="http://schemas.microsoft.com/office/drawing/2014/main" id="{926DCCDF-0FF8-2620-4AD6-265B2BF7DC7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70613" y="5302943"/>
                <a:ext cx="391973" cy="242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444" name="筆跡 443">
                <a:extLst>
                  <a:ext uri="{FF2B5EF4-FFF2-40B4-BE49-F238E27FC236}">
                    <a16:creationId xmlns:a16="http://schemas.microsoft.com/office/drawing/2014/main" id="{0CCBF26A-706D-DF3B-87EA-DC42E46574A5}"/>
                  </a:ext>
                </a:extLst>
              </p14:cNvPr>
              <p14:cNvContentPartPr/>
              <p14:nvPr/>
            </p14:nvContentPartPr>
            <p14:xfrm>
              <a:off x="5839322" y="5358444"/>
              <a:ext cx="583200" cy="325800"/>
            </p14:xfrm>
          </p:contentPart>
        </mc:Choice>
        <mc:Fallback xmlns="">
          <p:pic>
            <p:nvPicPr>
              <p:cNvPr id="444" name="筆跡 443">
                <a:extLst>
                  <a:ext uri="{FF2B5EF4-FFF2-40B4-BE49-F238E27FC236}">
                    <a16:creationId xmlns:a16="http://schemas.microsoft.com/office/drawing/2014/main" id="{0CCBF26A-706D-DF3B-87EA-DC42E46574A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808381" y="5327484"/>
                <a:ext cx="644362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450" name="筆跡 449">
                <a:extLst>
                  <a:ext uri="{FF2B5EF4-FFF2-40B4-BE49-F238E27FC236}">
                    <a16:creationId xmlns:a16="http://schemas.microsoft.com/office/drawing/2014/main" id="{1E8835DD-9D87-9577-A948-FFE5381369F1}"/>
                  </a:ext>
                </a:extLst>
              </p14:cNvPr>
              <p14:cNvContentPartPr/>
              <p14:nvPr/>
            </p14:nvContentPartPr>
            <p14:xfrm>
              <a:off x="6850214" y="5204913"/>
              <a:ext cx="636480" cy="313920"/>
            </p14:xfrm>
          </p:contentPart>
        </mc:Choice>
        <mc:Fallback xmlns="">
          <p:pic>
            <p:nvPicPr>
              <p:cNvPr id="450" name="筆跡 449">
                <a:extLst>
                  <a:ext uri="{FF2B5EF4-FFF2-40B4-BE49-F238E27FC236}">
                    <a16:creationId xmlns:a16="http://schemas.microsoft.com/office/drawing/2014/main" id="{1E8835DD-9D87-9577-A948-FFE5381369F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819236" y="5173917"/>
                <a:ext cx="697715" cy="3751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458" name="筆跡 457">
                <a:extLst>
                  <a:ext uri="{FF2B5EF4-FFF2-40B4-BE49-F238E27FC236}">
                    <a16:creationId xmlns:a16="http://schemas.microsoft.com/office/drawing/2014/main" id="{978BA35B-ED9A-C7F8-B2C9-4315EA8195D5}"/>
                  </a:ext>
                </a:extLst>
              </p14:cNvPr>
              <p14:cNvContentPartPr/>
              <p14:nvPr/>
            </p14:nvContentPartPr>
            <p14:xfrm>
              <a:off x="7980024" y="5217394"/>
              <a:ext cx="1080000" cy="318600"/>
            </p14:xfrm>
          </p:contentPart>
        </mc:Choice>
        <mc:Fallback xmlns="">
          <p:pic>
            <p:nvPicPr>
              <p:cNvPr id="458" name="筆跡 457">
                <a:extLst>
                  <a:ext uri="{FF2B5EF4-FFF2-40B4-BE49-F238E27FC236}">
                    <a16:creationId xmlns:a16="http://schemas.microsoft.com/office/drawing/2014/main" id="{978BA35B-ED9A-C7F8-B2C9-4315EA8195D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949064" y="5186434"/>
                <a:ext cx="11412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465" name="筆跡 464">
                <a:extLst>
                  <a:ext uri="{FF2B5EF4-FFF2-40B4-BE49-F238E27FC236}">
                    <a16:creationId xmlns:a16="http://schemas.microsoft.com/office/drawing/2014/main" id="{573A6B7C-8BFB-EB9B-D5E7-C76355260E4C}"/>
                  </a:ext>
                </a:extLst>
              </p14:cNvPr>
              <p14:cNvContentPartPr/>
              <p14:nvPr/>
            </p14:nvContentPartPr>
            <p14:xfrm>
              <a:off x="8104224" y="5082034"/>
              <a:ext cx="25200" cy="27360"/>
            </p14:xfrm>
          </p:contentPart>
        </mc:Choice>
        <mc:Fallback xmlns="">
          <p:pic>
            <p:nvPicPr>
              <p:cNvPr id="465" name="筆跡 464">
                <a:extLst>
                  <a:ext uri="{FF2B5EF4-FFF2-40B4-BE49-F238E27FC236}">
                    <a16:creationId xmlns:a16="http://schemas.microsoft.com/office/drawing/2014/main" id="{573A6B7C-8BFB-EB9B-D5E7-C76355260E4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073264" y="5051074"/>
                <a:ext cx="864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466" name="筆跡 465">
                <a:extLst>
                  <a:ext uri="{FF2B5EF4-FFF2-40B4-BE49-F238E27FC236}">
                    <a16:creationId xmlns:a16="http://schemas.microsoft.com/office/drawing/2014/main" id="{49A87475-5D22-536D-FD76-039FB601734B}"/>
                  </a:ext>
                </a:extLst>
              </p14:cNvPr>
              <p14:cNvContentPartPr/>
              <p14:nvPr/>
            </p14:nvContentPartPr>
            <p14:xfrm>
              <a:off x="9818466" y="5034993"/>
              <a:ext cx="35640" cy="21600"/>
            </p14:xfrm>
          </p:contentPart>
        </mc:Choice>
        <mc:Fallback xmlns="">
          <p:pic>
            <p:nvPicPr>
              <p:cNvPr id="466" name="筆跡 465">
                <a:extLst>
                  <a:ext uri="{FF2B5EF4-FFF2-40B4-BE49-F238E27FC236}">
                    <a16:creationId xmlns:a16="http://schemas.microsoft.com/office/drawing/2014/main" id="{49A87475-5D22-536D-FD76-039FB601734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787816" y="5004033"/>
                <a:ext cx="96228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467" name="筆跡 466">
                <a:extLst>
                  <a:ext uri="{FF2B5EF4-FFF2-40B4-BE49-F238E27FC236}">
                    <a16:creationId xmlns:a16="http://schemas.microsoft.com/office/drawing/2014/main" id="{E31EB1B8-B5DD-3276-E697-F13E86CBCC10}"/>
                  </a:ext>
                </a:extLst>
              </p14:cNvPr>
              <p14:cNvContentPartPr/>
              <p14:nvPr/>
            </p14:nvContentPartPr>
            <p14:xfrm>
              <a:off x="9683826" y="5204913"/>
              <a:ext cx="505800" cy="334080"/>
            </p14:xfrm>
          </p:contentPart>
        </mc:Choice>
        <mc:Fallback xmlns="">
          <p:pic>
            <p:nvPicPr>
              <p:cNvPr id="467" name="筆跡 466">
                <a:extLst>
                  <a:ext uri="{FF2B5EF4-FFF2-40B4-BE49-F238E27FC236}">
                    <a16:creationId xmlns:a16="http://schemas.microsoft.com/office/drawing/2014/main" id="{E31EB1B8-B5DD-3276-E697-F13E86CBCC1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652888" y="5173920"/>
                <a:ext cx="566956" cy="395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468" name="筆跡 467">
                <a:extLst>
                  <a:ext uri="{FF2B5EF4-FFF2-40B4-BE49-F238E27FC236}">
                    <a16:creationId xmlns:a16="http://schemas.microsoft.com/office/drawing/2014/main" id="{77375A80-BD33-478C-45D0-CBF7099AE4A5}"/>
                  </a:ext>
                </a:extLst>
              </p14:cNvPr>
              <p14:cNvContentPartPr/>
              <p14:nvPr/>
            </p14:nvContentPartPr>
            <p14:xfrm>
              <a:off x="9281756" y="5349807"/>
              <a:ext cx="111600" cy="16920"/>
            </p14:xfrm>
          </p:contentPart>
        </mc:Choice>
        <mc:Fallback xmlns="">
          <p:pic>
            <p:nvPicPr>
              <p:cNvPr id="468" name="筆跡 467">
                <a:extLst>
                  <a:ext uri="{FF2B5EF4-FFF2-40B4-BE49-F238E27FC236}">
                    <a16:creationId xmlns:a16="http://schemas.microsoft.com/office/drawing/2014/main" id="{77375A80-BD33-478C-45D0-CBF7099AE4A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250796" y="5318847"/>
                <a:ext cx="17280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469" name="筆跡 468">
                <a:extLst>
                  <a:ext uri="{FF2B5EF4-FFF2-40B4-BE49-F238E27FC236}">
                    <a16:creationId xmlns:a16="http://schemas.microsoft.com/office/drawing/2014/main" id="{BC3BF61D-5FA0-46BE-3C4D-BD04D95EA5E4}"/>
                  </a:ext>
                </a:extLst>
              </p14:cNvPr>
              <p14:cNvContentPartPr/>
              <p14:nvPr/>
            </p14:nvContentPartPr>
            <p14:xfrm>
              <a:off x="7686284" y="5259241"/>
              <a:ext cx="213840" cy="298080"/>
            </p14:xfrm>
          </p:contentPart>
        </mc:Choice>
        <mc:Fallback xmlns="">
          <p:pic>
            <p:nvPicPr>
              <p:cNvPr id="469" name="筆跡 468">
                <a:extLst>
                  <a:ext uri="{FF2B5EF4-FFF2-40B4-BE49-F238E27FC236}">
                    <a16:creationId xmlns:a16="http://schemas.microsoft.com/office/drawing/2014/main" id="{BC3BF61D-5FA0-46BE-3C4D-BD04D95EA5E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655376" y="5228281"/>
                <a:ext cx="274937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472" name="筆跡 471">
                <a:extLst>
                  <a:ext uri="{FF2B5EF4-FFF2-40B4-BE49-F238E27FC236}">
                    <a16:creationId xmlns:a16="http://schemas.microsoft.com/office/drawing/2014/main" id="{4E7928C5-7334-ADF9-DB4D-AA189F8D0335}"/>
                  </a:ext>
                </a:extLst>
              </p14:cNvPr>
              <p14:cNvContentPartPr/>
              <p14:nvPr/>
            </p14:nvContentPartPr>
            <p14:xfrm>
              <a:off x="8497724" y="5263921"/>
              <a:ext cx="203400" cy="259200"/>
            </p14:xfrm>
          </p:contentPart>
        </mc:Choice>
        <mc:Fallback xmlns="">
          <p:pic>
            <p:nvPicPr>
              <p:cNvPr id="472" name="筆跡 471">
                <a:extLst>
                  <a:ext uri="{FF2B5EF4-FFF2-40B4-BE49-F238E27FC236}">
                    <a16:creationId xmlns:a16="http://schemas.microsoft.com/office/drawing/2014/main" id="{4E7928C5-7334-ADF9-DB4D-AA189F8D033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466764" y="5232961"/>
                <a:ext cx="2646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473" name="筆跡 472">
                <a:extLst>
                  <a:ext uri="{FF2B5EF4-FFF2-40B4-BE49-F238E27FC236}">
                    <a16:creationId xmlns:a16="http://schemas.microsoft.com/office/drawing/2014/main" id="{8D60D84E-BAE5-50F9-DAEF-9B54A55DD0CC}"/>
                  </a:ext>
                </a:extLst>
              </p14:cNvPr>
              <p14:cNvContentPartPr/>
              <p14:nvPr/>
            </p14:nvContentPartPr>
            <p14:xfrm>
              <a:off x="9469364" y="5155201"/>
              <a:ext cx="210600" cy="404640"/>
            </p14:xfrm>
          </p:contentPart>
        </mc:Choice>
        <mc:Fallback xmlns="">
          <p:pic>
            <p:nvPicPr>
              <p:cNvPr id="473" name="筆跡 472">
                <a:extLst>
                  <a:ext uri="{FF2B5EF4-FFF2-40B4-BE49-F238E27FC236}">
                    <a16:creationId xmlns:a16="http://schemas.microsoft.com/office/drawing/2014/main" id="{8D60D84E-BAE5-50F9-DAEF-9B54A55DD0C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438404" y="5124241"/>
                <a:ext cx="27180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474" name="筆跡 473">
                <a:extLst>
                  <a:ext uri="{FF2B5EF4-FFF2-40B4-BE49-F238E27FC236}">
                    <a16:creationId xmlns:a16="http://schemas.microsoft.com/office/drawing/2014/main" id="{A534D069-043F-5B7B-A5A4-BA9D6B204B70}"/>
                  </a:ext>
                </a:extLst>
              </p14:cNvPr>
              <p14:cNvContentPartPr/>
              <p14:nvPr/>
            </p14:nvContentPartPr>
            <p14:xfrm>
              <a:off x="10291964" y="5235841"/>
              <a:ext cx="206640" cy="314640"/>
            </p14:xfrm>
          </p:contentPart>
        </mc:Choice>
        <mc:Fallback xmlns="">
          <p:pic>
            <p:nvPicPr>
              <p:cNvPr id="474" name="筆跡 473">
                <a:extLst>
                  <a:ext uri="{FF2B5EF4-FFF2-40B4-BE49-F238E27FC236}">
                    <a16:creationId xmlns:a16="http://schemas.microsoft.com/office/drawing/2014/main" id="{A534D069-043F-5B7B-A5A4-BA9D6B204B7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261004" y="5204881"/>
                <a:ext cx="26784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490" name="筆跡 489">
                <a:extLst>
                  <a:ext uri="{FF2B5EF4-FFF2-40B4-BE49-F238E27FC236}">
                    <a16:creationId xmlns:a16="http://schemas.microsoft.com/office/drawing/2014/main" id="{5FF4CC8B-F7FD-FA33-7082-A8892F2AC733}"/>
                  </a:ext>
                </a:extLst>
              </p14:cNvPr>
              <p14:cNvContentPartPr/>
              <p14:nvPr/>
            </p14:nvContentPartPr>
            <p14:xfrm>
              <a:off x="580020" y="5994211"/>
              <a:ext cx="213480" cy="257760"/>
            </p14:xfrm>
          </p:contentPart>
        </mc:Choice>
        <mc:Fallback xmlns="">
          <p:pic>
            <p:nvPicPr>
              <p:cNvPr id="490" name="筆跡 489">
                <a:extLst>
                  <a:ext uri="{FF2B5EF4-FFF2-40B4-BE49-F238E27FC236}">
                    <a16:creationId xmlns:a16="http://schemas.microsoft.com/office/drawing/2014/main" id="{5FF4CC8B-F7FD-FA33-7082-A8892F2AC73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49060" y="5963294"/>
                <a:ext cx="274680" cy="318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505" name="筆跡 504">
                <a:extLst>
                  <a:ext uri="{FF2B5EF4-FFF2-40B4-BE49-F238E27FC236}">
                    <a16:creationId xmlns:a16="http://schemas.microsoft.com/office/drawing/2014/main" id="{E6DC5080-9DD7-7CC6-0776-7DE496BB1245}"/>
                  </a:ext>
                </a:extLst>
              </p14:cNvPr>
              <p14:cNvContentPartPr/>
              <p14:nvPr/>
            </p14:nvContentPartPr>
            <p14:xfrm>
              <a:off x="1157820" y="6044611"/>
              <a:ext cx="776520" cy="205200"/>
            </p14:xfrm>
          </p:contentPart>
        </mc:Choice>
        <mc:Fallback xmlns="">
          <p:pic>
            <p:nvPicPr>
              <p:cNvPr id="505" name="筆跡 504">
                <a:extLst>
                  <a:ext uri="{FF2B5EF4-FFF2-40B4-BE49-F238E27FC236}">
                    <a16:creationId xmlns:a16="http://schemas.microsoft.com/office/drawing/2014/main" id="{E6DC5080-9DD7-7CC6-0776-7DE496BB124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26860" y="6013651"/>
                <a:ext cx="83772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513" name="筆跡 512">
                <a:extLst>
                  <a:ext uri="{FF2B5EF4-FFF2-40B4-BE49-F238E27FC236}">
                    <a16:creationId xmlns:a16="http://schemas.microsoft.com/office/drawing/2014/main" id="{705C0636-7E3C-17CE-62DD-71F8F53ECA92}"/>
                  </a:ext>
                </a:extLst>
              </p14:cNvPr>
              <p14:cNvContentPartPr/>
              <p14:nvPr/>
            </p14:nvContentPartPr>
            <p14:xfrm>
              <a:off x="2345460" y="6101131"/>
              <a:ext cx="808920" cy="203040"/>
            </p14:xfrm>
          </p:contentPart>
        </mc:Choice>
        <mc:Fallback xmlns="">
          <p:pic>
            <p:nvPicPr>
              <p:cNvPr id="513" name="筆跡 512">
                <a:extLst>
                  <a:ext uri="{FF2B5EF4-FFF2-40B4-BE49-F238E27FC236}">
                    <a16:creationId xmlns:a16="http://schemas.microsoft.com/office/drawing/2014/main" id="{705C0636-7E3C-17CE-62DD-71F8F53ECA9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314500" y="6070171"/>
                <a:ext cx="87012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518" name="筆跡 517">
                <a:extLst>
                  <a:ext uri="{FF2B5EF4-FFF2-40B4-BE49-F238E27FC236}">
                    <a16:creationId xmlns:a16="http://schemas.microsoft.com/office/drawing/2014/main" id="{2433F468-4A1B-0741-BEEB-49A6A65C3FF9}"/>
                  </a:ext>
                </a:extLst>
              </p14:cNvPr>
              <p14:cNvContentPartPr/>
              <p14:nvPr/>
            </p14:nvContentPartPr>
            <p14:xfrm>
              <a:off x="8781135" y="2324478"/>
              <a:ext cx="629640" cy="347760"/>
            </p14:xfrm>
          </p:contentPart>
        </mc:Choice>
        <mc:Fallback xmlns="">
          <p:pic>
            <p:nvPicPr>
              <p:cNvPr id="518" name="筆跡 517">
                <a:extLst>
                  <a:ext uri="{FF2B5EF4-FFF2-40B4-BE49-F238E27FC236}">
                    <a16:creationId xmlns:a16="http://schemas.microsoft.com/office/drawing/2014/main" id="{2433F468-4A1B-0741-BEEB-49A6A65C3FF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750193" y="2293518"/>
                <a:ext cx="690805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531" name="筆跡 530">
                <a:extLst>
                  <a:ext uri="{FF2B5EF4-FFF2-40B4-BE49-F238E27FC236}">
                    <a16:creationId xmlns:a16="http://schemas.microsoft.com/office/drawing/2014/main" id="{4EA4315F-39B5-3758-3820-7BBBBAF728F1}"/>
                  </a:ext>
                </a:extLst>
              </p14:cNvPr>
              <p14:cNvContentPartPr/>
              <p14:nvPr/>
            </p14:nvContentPartPr>
            <p14:xfrm>
              <a:off x="9518415" y="2161480"/>
              <a:ext cx="1317960" cy="699480"/>
            </p14:xfrm>
          </p:contentPart>
        </mc:Choice>
        <mc:Fallback xmlns="">
          <p:pic>
            <p:nvPicPr>
              <p:cNvPr id="531" name="筆跡 530">
                <a:extLst>
                  <a:ext uri="{FF2B5EF4-FFF2-40B4-BE49-F238E27FC236}">
                    <a16:creationId xmlns:a16="http://schemas.microsoft.com/office/drawing/2014/main" id="{4EA4315F-39B5-3758-3820-7BBBBAF728F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487455" y="2130520"/>
                <a:ext cx="1379160" cy="7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532" name="筆跡 531">
                <a:extLst>
                  <a:ext uri="{FF2B5EF4-FFF2-40B4-BE49-F238E27FC236}">
                    <a16:creationId xmlns:a16="http://schemas.microsoft.com/office/drawing/2014/main" id="{FEFCD7E0-E704-FF87-B315-4388472BE4EE}"/>
                  </a:ext>
                </a:extLst>
              </p14:cNvPr>
              <p14:cNvContentPartPr/>
              <p14:nvPr/>
            </p14:nvContentPartPr>
            <p14:xfrm>
              <a:off x="10908525" y="2527560"/>
              <a:ext cx="145440" cy="23400"/>
            </p14:xfrm>
          </p:contentPart>
        </mc:Choice>
        <mc:Fallback xmlns="">
          <p:pic>
            <p:nvPicPr>
              <p:cNvPr id="532" name="筆跡 531">
                <a:extLst>
                  <a:ext uri="{FF2B5EF4-FFF2-40B4-BE49-F238E27FC236}">
                    <a16:creationId xmlns:a16="http://schemas.microsoft.com/office/drawing/2014/main" id="{FEFCD7E0-E704-FF87-B315-4388472BE4E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877565" y="2497069"/>
                <a:ext cx="206640" cy="83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533" name="筆跡 532">
                <a:extLst>
                  <a:ext uri="{FF2B5EF4-FFF2-40B4-BE49-F238E27FC236}">
                    <a16:creationId xmlns:a16="http://schemas.microsoft.com/office/drawing/2014/main" id="{688885DA-4F18-C721-9E13-2468C17CBDF1}"/>
                  </a:ext>
                </a:extLst>
              </p14:cNvPr>
              <p14:cNvContentPartPr/>
              <p14:nvPr/>
            </p14:nvContentPartPr>
            <p14:xfrm>
              <a:off x="10984485" y="2497680"/>
              <a:ext cx="20160" cy="169200"/>
            </p14:xfrm>
          </p:contentPart>
        </mc:Choice>
        <mc:Fallback xmlns="">
          <p:pic>
            <p:nvPicPr>
              <p:cNvPr id="533" name="筆跡 532">
                <a:extLst>
                  <a:ext uri="{FF2B5EF4-FFF2-40B4-BE49-F238E27FC236}">
                    <a16:creationId xmlns:a16="http://schemas.microsoft.com/office/drawing/2014/main" id="{688885DA-4F18-C721-9E13-2468C17CBDF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953525" y="2466786"/>
                <a:ext cx="81360" cy="230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540" name="筆跡 539">
                <a:extLst>
                  <a:ext uri="{FF2B5EF4-FFF2-40B4-BE49-F238E27FC236}">
                    <a16:creationId xmlns:a16="http://schemas.microsoft.com/office/drawing/2014/main" id="{CB131C05-46F9-B622-71F6-E5CCAF0CE0FB}"/>
                  </a:ext>
                </a:extLst>
              </p14:cNvPr>
              <p14:cNvContentPartPr/>
              <p14:nvPr/>
            </p14:nvContentPartPr>
            <p14:xfrm>
              <a:off x="11148945" y="2260833"/>
              <a:ext cx="376560" cy="315000"/>
            </p14:xfrm>
          </p:contentPart>
        </mc:Choice>
        <mc:Fallback xmlns="">
          <p:pic>
            <p:nvPicPr>
              <p:cNvPr id="540" name="筆跡 539">
                <a:extLst>
                  <a:ext uri="{FF2B5EF4-FFF2-40B4-BE49-F238E27FC236}">
                    <a16:creationId xmlns:a16="http://schemas.microsoft.com/office/drawing/2014/main" id="{CB131C05-46F9-B622-71F6-E5CCAF0CE0F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117985" y="2229908"/>
                <a:ext cx="437760" cy="37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552" name="筆跡 551">
                <a:extLst>
                  <a:ext uri="{FF2B5EF4-FFF2-40B4-BE49-F238E27FC236}">
                    <a16:creationId xmlns:a16="http://schemas.microsoft.com/office/drawing/2014/main" id="{D7D345A2-1F6E-1927-B926-257FFA3245C9}"/>
                  </a:ext>
                </a:extLst>
              </p14:cNvPr>
              <p14:cNvContentPartPr/>
              <p14:nvPr/>
            </p14:nvContentPartPr>
            <p14:xfrm>
              <a:off x="9607236" y="1619275"/>
              <a:ext cx="1342080" cy="352080"/>
            </p14:xfrm>
          </p:contentPart>
        </mc:Choice>
        <mc:Fallback xmlns="">
          <p:pic>
            <p:nvPicPr>
              <p:cNvPr id="552" name="筆跡 551">
                <a:extLst>
                  <a:ext uri="{FF2B5EF4-FFF2-40B4-BE49-F238E27FC236}">
                    <a16:creationId xmlns:a16="http://schemas.microsoft.com/office/drawing/2014/main" id="{D7D345A2-1F6E-1927-B926-257FFA3245C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576276" y="1588347"/>
                <a:ext cx="1403280" cy="4132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553" name="筆跡 552">
                <a:extLst>
                  <a:ext uri="{FF2B5EF4-FFF2-40B4-BE49-F238E27FC236}">
                    <a16:creationId xmlns:a16="http://schemas.microsoft.com/office/drawing/2014/main" id="{A03E8EBD-4A0F-3C9F-C427-9ACEBD91B33A}"/>
                  </a:ext>
                </a:extLst>
              </p14:cNvPr>
              <p14:cNvContentPartPr/>
              <p14:nvPr/>
            </p14:nvContentPartPr>
            <p14:xfrm>
              <a:off x="11364225" y="2224473"/>
              <a:ext cx="159480" cy="202320"/>
            </p14:xfrm>
          </p:contentPart>
        </mc:Choice>
        <mc:Fallback xmlns="">
          <p:pic>
            <p:nvPicPr>
              <p:cNvPr id="553" name="筆跡 552">
                <a:extLst>
                  <a:ext uri="{FF2B5EF4-FFF2-40B4-BE49-F238E27FC236}">
                    <a16:creationId xmlns:a16="http://schemas.microsoft.com/office/drawing/2014/main" id="{A03E8EBD-4A0F-3C9F-C427-9ACEBD91B33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333265" y="2193568"/>
                <a:ext cx="220680" cy="263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557" name="筆跡 556">
                <a:extLst>
                  <a:ext uri="{FF2B5EF4-FFF2-40B4-BE49-F238E27FC236}">
                    <a16:creationId xmlns:a16="http://schemas.microsoft.com/office/drawing/2014/main" id="{28E85A7A-AB62-2A77-B200-2BC3CC7F7483}"/>
                  </a:ext>
                </a:extLst>
              </p14:cNvPr>
              <p14:cNvContentPartPr/>
              <p14:nvPr/>
            </p14:nvContentPartPr>
            <p14:xfrm>
              <a:off x="11165505" y="2648553"/>
              <a:ext cx="421200" cy="262080"/>
            </p14:xfrm>
          </p:contentPart>
        </mc:Choice>
        <mc:Fallback xmlns="">
          <p:pic>
            <p:nvPicPr>
              <p:cNvPr id="557" name="筆跡 556">
                <a:extLst>
                  <a:ext uri="{FF2B5EF4-FFF2-40B4-BE49-F238E27FC236}">
                    <a16:creationId xmlns:a16="http://schemas.microsoft.com/office/drawing/2014/main" id="{28E85A7A-AB62-2A77-B200-2BC3CC7F748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134545" y="2617593"/>
                <a:ext cx="48240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561" name="筆跡 560">
                <a:extLst>
                  <a:ext uri="{FF2B5EF4-FFF2-40B4-BE49-F238E27FC236}">
                    <a16:creationId xmlns:a16="http://schemas.microsoft.com/office/drawing/2014/main" id="{C366B169-AE84-AEA6-E3F1-43991FEE31AE}"/>
                  </a:ext>
                </a:extLst>
              </p14:cNvPr>
              <p14:cNvContentPartPr/>
              <p14:nvPr/>
            </p14:nvContentPartPr>
            <p14:xfrm>
              <a:off x="11705505" y="2358426"/>
              <a:ext cx="414360" cy="323640"/>
            </p14:xfrm>
          </p:contentPart>
        </mc:Choice>
        <mc:Fallback xmlns="">
          <p:pic>
            <p:nvPicPr>
              <p:cNvPr id="561" name="筆跡 560">
                <a:extLst>
                  <a:ext uri="{FF2B5EF4-FFF2-40B4-BE49-F238E27FC236}">
                    <a16:creationId xmlns:a16="http://schemas.microsoft.com/office/drawing/2014/main" id="{C366B169-AE84-AEA6-E3F1-43991FEE31A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674545" y="2327466"/>
                <a:ext cx="47556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562" name="筆跡 561">
                <a:extLst>
                  <a:ext uri="{FF2B5EF4-FFF2-40B4-BE49-F238E27FC236}">
                    <a16:creationId xmlns:a16="http://schemas.microsoft.com/office/drawing/2014/main" id="{3606E29C-3600-2235-7EA0-61F1521B20CC}"/>
                  </a:ext>
                </a:extLst>
              </p14:cNvPr>
              <p14:cNvContentPartPr/>
              <p14:nvPr/>
            </p14:nvContentPartPr>
            <p14:xfrm>
              <a:off x="83179" y="2389691"/>
              <a:ext cx="218880" cy="248760"/>
            </p14:xfrm>
          </p:contentPart>
        </mc:Choice>
        <mc:Fallback xmlns="">
          <p:pic>
            <p:nvPicPr>
              <p:cNvPr id="562" name="筆跡 561">
                <a:extLst>
                  <a:ext uri="{FF2B5EF4-FFF2-40B4-BE49-F238E27FC236}">
                    <a16:creationId xmlns:a16="http://schemas.microsoft.com/office/drawing/2014/main" id="{3606E29C-3600-2235-7EA0-61F1521B20C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2219" y="2358731"/>
                <a:ext cx="28008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563" name="筆跡 562">
                <a:extLst>
                  <a:ext uri="{FF2B5EF4-FFF2-40B4-BE49-F238E27FC236}">
                    <a16:creationId xmlns:a16="http://schemas.microsoft.com/office/drawing/2014/main" id="{1413136D-4F6E-A839-2282-D66B4661EE54}"/>
                  </a:ext>
                </a:extLst>
              </p14:cNvPr>
              <p14:cNvContentPartPr/>
              <p14:nvPr/>
            </p14:nvContentPartPr>
            <p14:xfrm>
              <a:off x="364699" y="2353691"/>
              <a:ext cx="156240" cy="303120"/>
            </p14:xfrm>
          </p:contentPart>
        </mc:Choice>
        <mc:Fallback xmlns="">
          <p:pic>
            <p:nvPicPr>
              <p:cNvPr id="563" name="筆跡 562">
                <a:extLst>
                  <a:ext uri="{FF2B5EF4-FFF2-40B4-BE49-F238E27FC236}">
                    <a16:creationId xmlns:a16="http://schemas.microsoft.com/office/drawing/2014/main" id="{1413136D-4F6E-A839-2282-D66B4661EE5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33667" y="2322731"/>
                <a:ext cx="217581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564" name="筆跡 563">
                <a:extLst>
                  <a:ext uri="{FF2B5EF4-FFF2-40B4-BE49-F238E27FC236}">
                    <a16:creationId xmlns:a16="http://schemas.microsoft.com/office/drawing/2014/main" id="{08B69EF1-A479-24E0-9085-661290AF3607}"/>
                  </a:ext>
                </a:extLst>
              </p14:cNvPr>
              <p14:cNvContentPartPr/>
              <p14:nvPr/>
            </p14:nvContentPartPr>
            <p14:xfrm>
              <a:off x="574759" y="2534899"/>
              <a:ext cx="113040" cy="34920"/>
            </p14:xfrm>
          </p:contentPart>
        </mc:Choice>
        <mc:Fallback xmlns="">
          <p:pic>
            <p:nvPicPr>
              <p:cNvPr id="564" name="筆跡 563">
                <a:extLst>
                  <a:ext uri="{FF2B5EF4-FFF2-40B4-BE49-F238E27FC236}">
                    <a16:creationId xmlns:a16="http://schemas.microsoft.com/office/drawing/2014/main" id="{08B69EF1-A479-24E0-9085-661290AF360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43799" y="2503939"/>
                <a:ext cx="1742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569" name="筆跡 568">
                <a:extLst>
                  <a:ext uri="{FF2B5EF4-FFF2-40B4-BE49-F238E27FC236}">
                    <a16:creationId xmlns:a16="http://schemas.microsoft.com/office/drawing/2014/main" id="{5E4DC5AA-3821-A50F-A5EF-1D09555E311C}"/>
                  </a:ext>
                </a:extLst>
              </p14:cNvPr>
              <p14:cNvContentPartPr/>
              <p14:nvPr/>
            </p14:nvContentPartPr>
            <p14:xfrm>
              <a:off x="614450" y="2203803"/>
              <a:ext cx="472320" cy="483480"/>
            </p14:xfrm>
          </p:contentPart>
        </mc:Choice>
        <mc:Fallback xmlns="">
          <p:pic>
            <p:nvPicPr>
              <p:cNvPr id="569" name="筆跡 568">
                <a:extLst>
                  <a:ext uri="{FF2B5EF4-FFF2-40B4-BE49-F238E27FC236}">
                    <a16:creationId xmlns:a16="http://schemas.microsoft.com/office/drawing/2014/main" id="{5E4DC5AA-3821-A50F-A5EF-1D09555E311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83490" y="2172866"/>
                <a:ext cx="533520" cy="544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573" name="筆跡 572">
                <a:extLst>
                  <a:ext uri="{FF2B5EF4-FFF2-40B4-BE49-F238E27FC236}">
                    <a16:creationId xmlns:a16="http://schemas.microsoft.com/office/drawing/2014/main" id="{E9A14F6C-C02F-91BC-AF0D-C8671197D384}"/>
                  </a:ext>
                </a:extLst>
              </p14:cNvPr>
              <p14:cNvContentPartPr/>
              <p14:nvPr/>
            </p14:nvContentPartPr>
            <p14:xfrm>
              <a:off x="1159490" y="2358243"/>
              <a:ext cx="318240" cy="324720"/>
            </p14:xfrm>
          </p:contentPart>
        </mc:Choice>
        <mc:Fallback xmlns="">
          <p:pic>
            <p:nvPicPr>
              <p:cNvPr id="573" name="筆跡 572">
                <a:extLst>
                  <a:ext uri="{FF2B5EF4-FFF2-40B4-BE49-F238E27FC236}">
                    <a16:creationId xmlns:a16="http://schemas.microsoft.com/office/drawing/2014/main" id="{E9A14F6C-C02F-91BC-AF0D-C8671197D38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28565" y="2327249"/>
                <a:ext cx="379371" cy="385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580" name="筆跡 579">
                <a:extLst>
                  <a:ext uri="{FF2B5EF4-FFF2-40B4-BE49-F238E27FC236}">
                    <a16:creationId xmlns:a16="http://schemas.microsoft.com/office/drawing/2014/main" id="{41F679F8-AA8A-5CFB-9F13-1C0AD1986740}"/>
                  </a:ext>
                </a:extLst>
              </p14:cNvPr>
              <p14:cNvContentPartPr/>
              <p14:nvPr/>
            </p14:nvContentPartPr>
            <p14:xfrm>
              <a:off x="1715994" y="2431646"/>
              <a:ext cx="126360" cy="136080"/>
            </p14:xfrm>
          </p:contentPart>
        </mc:Choice>
        <mc:Fallback xmlns="">
          <p:pic>
            <p:nvPicPr>
              <p:cNvPr id="580" name="筆跡 579">
                <a:extLst>
                  <a:ext uri="{FF2B5EF4-FFF2-40B4-BE49-F238E27FC236}">
                    <a16:creationId xmlns:a16="http://schemas.microsoft.com/office/drawing/2014/main" id="{41F679F8-AA8A-5CFB-9F13-1C0AD198674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685034" y="2400686"/>
                <a:ext cx="1875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583" name="筆跡 582">
                <a:extLst>
                  <a:ext uri="{FF2B5EF4-FFF2-40B4-BE49-F238E27FC236}">
                    <a16:creationId xmlns:a16="http://schemas.microsoft.com/office/drawing/2014/main" id="{C573C2C2-0A5A-1DA2-6894-3B7A3647BCBE}"/>
                  </a:ext>
                </a:extLst>
              </p14:cNvPr>
              <p14:cNvContentPartPr/>
              <p14:nvPr/>
            </p14:nvContentPartPr>
            <p14:xfrm>
              <a:off x="1997397" y="2140410"/>
              <a:ext cx="381600" cy="331200"/>
            </p14:xfrm>
          </p:contentPart>
        </mc:Choice>
        <mc:Fallback xmlns="">
          <p:pic>
            <p:nvPicPr>
              <p:cNvPr id="583" name="筆跡 582">
                <a:extLst>
                  <a:ext uri="{FF2B5EF4-FFF2-40B4-BE49-F238E27FC236}">
                    <a16:creationId xmlns:a16="http://schemas.microsoft.com/office/drawing/2014/main" id="{C573C2C2-0A5A-1DA2-6894-3B7A3647BCB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966437" y="2109484"/>
                <a:ext cx="442800" cy="392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584" name="筆跡 583">
                <a:extLst>
                  <a:ext uri="{FF2B5EF4-FFF2-40B4-BE49-F238E27FC236}">
                    <a16:creationId xmlns:a16="http://schemas.microsoft.com/office/drawing/2014/main" id="{1BB3220B-453A-4B49-31B2-7CB83A628C41}"/>
                  </a:ext>
                </a:extLst>
              </p14:cNvPr>
              <p14:cNvContentPartPr/>
              <p14:nvPr/>
            </p14:nvContentPartPr>
            <p14:xfrm>
              <a:off x="2239336" y="2137147"/>
              <a:ext cx="144720" cy="230400"/>
            </p14:xfrm>
          </p:contentPart>
        </mc:Choice>
        <mc:Fallback xmlns="">
          <p:pic>
            <p:nvPicPr>
              <p:cNvPr id="584" name="筆跡 583">
                <a:extLst>
                  <a:ext uri="{FF2B5EF4-FFF2-40B4-BE49-F238E27FC236}">
                    <a16:creationId xmlns:a16="http://schemas.microsoft.com/office/drawing/2014/main" id="{1BB3220B-453A-4B49-31B2-7CB83A628C4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208299" y="2106187"/>
                <a:ext cx="206073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588" name="筆跡 587">
                <a:extLst>
                  <a:ext uri="{FF2B5EF4-FFF2-40B4-BE49-F238E27FC236}">
                    <a16:creationId xmlns:a16="http://schemas.microsoft.com/office/drawing/2014/main" id="{54884631-18CA-B2C3-82A8-EF0EC18AB493}"/>
                  </a:ext>
                </a:extLst>
              </p14:cNvPr>
              <p14:cNvContentPartPr/>
              <p14:nvPr/>
            </p14:nvContentPartPr>
            <p14:xfrm>
              <a:off x="2030536" y="2580667"/>
              <a:ext cx="358200" cy="215640"/>
            </p14:xfrm>
          </p:contentPart>
        </mc:Choice>
        <mc:Fallback xmlns="">
          <p:pic>
            <p:nvPicPr>
              <p:cNvPr id="588" name="筆跡 587">
                <a:extLst>
                  <a:ext uri="{FF2B5EF4-FFF2-40B4-BE49-F238E27FC236}">
                    <a16:creationId xmlns:a16="http://schemas.microsoft.com/office/drawing/2014/main" id="{54884631-18CA-B2C3-82A8-EF0EC18AB49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999576" y="2549707"/>
                <a:ext cx="4194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595" name="筆跡 594">
                <a:extLst>
                  <a:ext uri="{FF2B5EF4-FFF2-40B4-BE49-F238E27FC236}">
                    <a16:creationId xmlns:a16="http://schemas.microsoft.com/office/drawing/2014/main" id="{9B5CEC94-883F-EEBC-B457-BFD0EADEA58B}"/>
                  </a:ext>
                </a:extLst>
              </p14:cNvPr>
              <p14:cNvContentPartPr/>
              <p14:nvPr/>
            </p14:nvContentPartPr>
            <p14:xfrm>
              <a:off x="2501056" y="2246587"/>
              <a:ext cx="676440" cy="347040"/>
            </p14:xfrm>
          </p:contentPart>
        </mc:Choice>
        <mc:Fallback xmlns="">
          <p:pic>
            <p:nvPicPr>
              <p:cNvPr id="595" name="筆跡 594">
                <a:extLst>
                  <a:ext uri="{FF2B5EF4-FFF2-40B4-BE49-F238E27FC236}">
                    <a16:creationId xmlns:a16="http://schemas.microsoft.com/office/drawing/2014/main" id="{9B5CEC94-883F-EEBC-B457-BFD0EADEA58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470080" y="2215627"/>
                <a:ext cx="737673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598" name="筆跡 597">
                <a:extLst>
                  <a:ext uri="{FF2B5EF4-FFF2-40B4-BE49-F238E27FC236}">
                    <a16:creationId xmlns:a16="http://schemas.microsoft.com/office/drawing/2014/main" id="{8AE41B91-6F5B-F491-7AE7-88EFF5F77CAC}"/>
                  </a:ext>
                </a:extLst>
              </p14:cNvPr>
              <p14:cNvContentPartPr/>
              <p14:nvPr/>
            </p14:nvContentPartPr>
            <p14:xfrm>
              <a:off x="3362531" y="2418120"/>
              <a:ext cx="163800" cy="132840"/>
            </p14:xfrm>
          </p:contentPart>
        </mc:Choice>
        <mc:Fallback xmlns="">
          <p:pic>
            <p:nvPicPr>
              <p:cNvPr id="598" name="筆跡 597">
                <a:extLst>
                  <a:ext uri="{FF2B5EF4-FFF2-40B4-BE49-F238E27FC236}">
                    <a16:creationId xmlns:a16="http://schemas.microsoft.com/office/drawing/2014/main" id="{8AE41B91-6F5B-F491-7AE7-88EFF5F77CA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331571" y="2387160"/>
                <a:ext cx="2250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599" name="筆跡 598">
                <a:extLst>
                  <a:ext uri="{FF2B5EF4-FFF2-40B4-BE49-F238E27FC236}">
                    <a16:creationId xmlns:a16="http://schemas.microsoft.com/office/drawing/2014/main" id="{10013C75-2E71-000C-19F0-A66CDEAF807C}"/>
                  </a:ext>
                </a:extLst>
              </p14:cNvPr>
              <p14:cNvContentPartPr/>
              <p14:nvPr/>
            </p14:nvContentPartPr>
            <p14:xfrm>
              <a:off x="3727014" y="2487918"/>
              <a:ext cx="102960" cy="10440"/>
            </p14:xfrm>
          </p:contentPart>
        </mc:Choice>
        <mc:Fallback xmlns="">
          <p:pic>
            <p:nvPicPr>
              <p:cNvPr id="599" name="筆跡 598">
                <a:extLst>
                  <a:ext uri="{FF2B5EF4-FFF2-40B4-BE49-F238E27FC236}">
                    <a16:creationId xmlns:a16="http://schemas.microsoft.com/office/drawing/2014/main" id="{10013C75-2E71-000C-19F0-A66CDEAF807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696054" y="2456958"/>
                <a:ext cx="164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600" name="筆跡 599">
                <a:extLst>
                  <a:ext uri="{FF2B5EF4-FFF2-40B4-BE49-F238E27FC236}">
                    <a16:creationId xmlns:a16="http://schemas.microsoft.com/office/drawing/2014/main" id="{3190B3B7-D158-D165-0C83-429201DFF634}"/>
                  </a:ext>
                </a:extLst>
              </p14:cNvPr>
              <p14:cNvContentPartPr/>
              <p14:nvPr/>
            </p14:nvContentPartPr>
            <p14:xfrm>
              <a:off x="4005654" y="2455158"/>
              <a:ext cx="396360" cy="36360"/>
            </p14:xfrm>
          </p:contentPart>
        </mc:Choice>
        <mc:Fallback xmlns="">
          <p:pic>
            <p:nvPicPr>
              <p:cNvPr id="600" name="筆跡 599">
                <a:extLst>
                  <a:ext uri="{FF2B5EF4-FFF2-40B4-BE49-F238E27FC236}">
                    <a16:creationId xmlns:a16="http://schemas.microsoft.com/office/drawing/2014/main" id="{3190B3B7-D158-D165-0C83-429201DFF63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974694" y="2424198"/>
                <a:ext cx="4575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601" name="筆跡 600">
                <a:extLst>
                  <a:ext uri="{FF2B5EF4-FFF2-40B4-BE49-F238E27FC236}">
                    <a16:creationId xmlns:a16="http://schemas.microsoft.com/office/drawing/2014/main" id="{AA3C7D3E-233F-8AED-BD72-BE7025CE2999}"/>
                  </a:ext>
                </a:extLst>
              </p14:cNvPr>
              <p14:cNvContentPartPr/>
              <p14:nvPr/>
            </p14:nvContentPartPr>
            <p14:xfrm>
              <a:off x="3952014" y="2149878"/>
              <a:ext cx="122400" cy="271080"/>
            </p14:xfrm>
          </p:contentPart>
        </mc:Choice>
        <mc:Fallback xmlns="">
          <p:pic>
            <p:nvPicPr>
              <p:cNvPr id="601" name="筆跡 600">
                <a:extLst>
                  <a:ext uri="{FF2B5EF4-FFF2-40B4-BE49-F238E27FC236}">
                    <a16:creationId xmlns:a16="http://schemas.microsoft.com/office/drawing/2014/main" id="{AA3C7D3E-233F-8AED-BD72-BE7025CE299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921054" y="2118877"/>
                <a:ext cx="183600" cy="332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614" name="筆跡 613">
                <a:extLst>
                  <a:ext uri="{FF2B5EF4-FFF2-40B4-BE49-F238E27FC236}">
                    <a16:creationId xmlns:a16="http://schemas.microsoft.com/office/drawing/2014/main" id="{35D96833-D1D5-AEEB-8369-77B0548916F8}"/>
                  </a:ext>
                </a:extLst>
              </p14:cNvPr>
              <p14:cNvContentPartPr/>
              <p14:nvPr/>
            </p14:nvContentPartPr>
            <p14:xfrm>
              <a:off x="3978654" y="2177598"/>
              <a:ext cx="974520" cy="671400"/>
            </p14:xfrm>
          </p:contentPart>
        </mc:Choice>
        <mc:Fallback xmlns="">
          <p:pic>
            <p:nvPicPr>
              <p:cNvPr id="614" name="筆跡 613">
                <a:extLst>
                  <a:ext uri="{FF2B5EF4-FFF2-40B4-BE49-F238E27FC236}">
                    <a16:creationId xmlns:a16="http://schemas.microsoft.com/office/drawing/2014/main" id="{35D96833-D1D5-AEEB-8369-77B0548916F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947694" y="2146655"/>
                <a:ext cx="1035720" cy="732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619" name="筆跡 618">
                <a:extLst>
                  <a:ext uri="{FF2B5EF4-FFF2-40B4-BE49-F238E27FC236}">
                    <a16:creationId xmlns:a16="http://schemas.microsoft.com/office/drawing/2014/main" id="{BCE7E505-9C84-713D-BEBB-D2A3DEC818EE}"/>
                  </a:ext>
                </a:extLst>
              </p14:cNvPr>
              <p14:cNvContentPartPr/>
              <p14:nvPr/>
            </p14:nvContentPartPr>
            <p14:xfrm>
              <a:off x="10717111" y="983880"/>
              <a:ext cx="662760" cy="520560"/>
            </p14:xfrm>
          </p:contentPart>
        </mc:Choice>
        <mc:Fallback xmlns="">
          <p:pic>
            <p:nvPicPr>
              <p:cNvPr id="619" name="筆跡 618">
                <a:extLst>
                  <a:ext uri="{FF2B5EF4-FFF2-40B4-BE49-F238E27FC236}">
                    <a16:creationId xmlns:a16="http://schemas.microsoft.com/office/drawing/2014/main" id="{BCE7E505-9C84-713D-BEBB-D2A3DEC818E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686134" y="952920"/>
                <a:ext cx="723993" cy="5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623" name="筆跡 622">
                <a:extLst>
                  <a:ext uri="{FF2B5EF4-FFF2-40B4-BE49-F238E27FC236}">
                    <a16:creationId xmlns:a16="http://schemas.microsoft.com/office/drawing/2014/main" id="{7CF9054C-A126-35F6-0762-A695658FEA1F}"/>
                  </a:ext>
                </a:extLst>
              </p14:cNvPr>
              <p14:cNvContentPartPr/>
              <p14:nvPr/>
            </p14:nvContentPartPr>
            <p14:xfrm>
              <a:off x="11472391" y="990360"/>
              <a:ext cx="235440" cy="185760"/>
            </p14:xfrm>
          </p:contentPart>
        </mc:Choice>
        <mc:Fallback xmlns="">
          <p:pic>
            <p:nvPicPr>
              <p:cNvPr id="623" name="筆跡 622">
                <a:extLst>
                  <a:ext uri="{FF2B5EF4-FFF2-40B4-BE49-F238E27FC236}">
                    <a16:creationId xmlns:a16="http://schemas.microsoft.com/office/drawing/2014/main" id="{7CF9054C-A126-35F6-0762-A695658FEA1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441431" y="959400"/>
                <a:ext cx="2966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624" name="筆跡 623">
                <a:extLst>
                  <a:ext uri="{FF2B5EF4-FFF2-40B4-BE49-F238E27FC236}">
                    <a16:creationId xmlns:a16="http://schemas.microsoft.com/office/drawing/2014/main" id="{77EF77B5-60CD-774E-58F3-113853E192BC}"/>
                  </a:ext>
                </a:extLst>
              </p14:cNvPr>
              <p14:cNvContentPartPr/>
              <p14:nvPr/>
            </p14:nvContentPartPr>
            <p14:xfrm>
              <a:off x="11730871" y="1000440"/>
              <a:ext cx="69840" cy="242280"/>
            </p14:xfrm>
          </p:contentPart>
        </mc:Choice>
        <mc:Fallback xmlns="">
          <p:pic>
            <p:nvPicPr>
              <p:cNvPr id="624" name="筆跡 623">
                <a:extLst>
                  <a:ext uri="{FF2B5EF4-FFF2-40B4-BE49-F238E27FC236}">
                    <a16:creationId xmlns:a16="http://schemas.microsoft.com/office/drawing/2014/main" id="{77EF77B5-60CD-774E-58F3-113853E192B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699911" y="969480"/>
                <a:ext cx="1310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633" name="筆跡 632">
                <a:extLst>
                  <a:ext uri="{FF2B5EF4-FFF2-40B4-BE49-F238E27FC236}">
                    <a16:creationId xmlns:a16="http://schemas.microsoft.com/office/drawing/2014/main" id="{4AD8D067-93B2-BF15-936E-C54D9B9F2C57}"/>
                  </a:ext>
                </a:extLst>
              </p14:cNvPr>
              <p14:cNvContentPartPr/>
              <p14:nvPr/>
            </p14:nvContentPartPr>
            <p14:xfrm>
              <a:off x="5124750" y="2305660"/>
              <a:ext cx="818640" cy="411120"/>
            </p14:xfrm>
          </p:contentPart>
        </mc:Choice>
        <mc:Fallback xmlns="">
          <p:pic>
            <p:nvPicPr>
              <p:cNvPr id="633" name="筆跡 632">
                <a:extLst>
                  <a:ext uri="{FF2B5EF4-FFF2-40B4-BE49-F238E27FC236}">
                    <a16:creationId xmlns:a16="http://schemas.microsoft.com/office/drawing/2014/main" id="{4AD8D067-93B2-BF15-936E-C54D9B9F2C5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093790" y="2274727"/>
                <a:ext cx="879840" cy="4722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643" name="筆跡 642">
                <a:extLst>
                  <a:ext uri="{FF2B5EF4-FFF2-40B4-BE49-F238E27FC236}">
                    <a16:creationId xmlns:a16="http://schemas.microsoft.com/office/drawing/2014/main" id="{2A7EA267-52EA-C881-44D0-1BF327342DEE}"/>
                  </a:ext>
                </a:extLst>
              </p14:cNvPr>
              <p14:cNvContentPartPr/>
              <p14:nvPr/>
            </p14:nvContentPartPr>
            <p14:xfrm>
              <a:off x="6007530" y="2376702"/>
              <a:ext cx="401760" cy="312840"/>
            </p14:xfrm>
          </p:contentPart>
        </mc:Choice>
        <mc:Fallback xmlns="">
          <p:pic>
            <p:nvPicPr>
              <p:cNvPr id="643" name="筆跡 642">
                <a:extLst>
                  <a:ext uri="{FF2B5EF4-FFF2-40B4-BE49-F238E27FC236}">
                    <a16:creationId xmlns:a16="http://schemas.microsoft.com/office/drawing/2014/main" id="{2A7EA267-52EA-C881-44D0-1BF327342DE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976598" y="2345778"/>
                <a:ext cx="462905" cy="373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646" name="筆跡 645">
                <a:extLst>
                  <a:ext uri="{FF2B5EF4-FFF2-40B4-BE49-F238E27FC236}">
                    <a16:creationId xmlns:a16="http://schemas.microsoft.com/office/drawing/2014/main" id="{BBE32626-2546-602C-3A50-7886D0BC7416}"/>
                  </a:ext>
                </a:extLst>
              </p14:cNvPr>
              <p14:cNvContentPartPr/>
              <p14:nvPr/>
            </p14:nvContentPartPr>
            <p14:xfrm>
              <a:off x="6591423" y="2475725"/>
              <a:ext cx="129600" cy="149040"/>
            </p14:xfrm>
          </p:contentPart>
        </mc:Choice>
        <mc:Fallback xmlns="">
          <p:pic>
            <p:nvPicPr>
              <p:cNvPr id="646" name="筆跡 645">
                <a:extLst>
                  <a:ext uri="{FF2B5EF4-FFF2-40B4-BE49-F238E27FC236}">
                    <a16:creationId xmlns:a16="http://schemas.microsoft.com/office/drawing/2014/main" id="{BBE32626-2546-602C-3A50-7886D0BC741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560377" y="2444765"/>
                <a:ext cx="19097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647" name="筆跡 646">
                <a:extLst>
                  <a:ext uri="{FF2B5EF4-FFF2-40B4-BE49-F238E27FC236}">
                    <a16:creationId xmlns:a16="http://schemas.microsoft.com/office/drawing/2014/main" id="{0CF912DD-A054-6909-8458-50BE381893C3}"/>
                  </a:ext>
                </a:extLst>
              </p14:cNvPr>
              <p14:cNvContentPartPr/>
              <p14:nvPr/>
            </p14:nvContentPartPr>
            <p14:xfrm>
              <a:off x="6790840" y="1265062"/>
              <a:ext cx="191880" cy="171360"/>
            </p14:xfrm>
          </p:contentPart>
        </mc:Choice>
        <mc:Fallback xmlns="">
          <p:pic>
            <p:nvPicPr>
              <p:cNvPr id="647" name="筆跡 646">
                <a:extLst>
                  <a:ext uri="{FF2B5EF4-FFF2-40B4-BE49-F238E27FC236}">
                    <a16:creationId xmlns:a16="http://schemas.microsoft.com/office/drawing/2014/main" id="{0CF912DD-A054-6909-8458-50BE381893C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759880" y="1234102"/>
                <a:ext cx="25308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651" name="筆跡 650">
                <a:extLst>
                  <a:ext uri="{FF2B5EF4-FFF2-40B4-BE49-F238E27FC236}">
                    <a16:creationId xmlns:a16="http://schemas.microsoft.com/office/drawing/2014/main" id="{41052869-054B-2BDA-FC3C-07AEDE4478D2}"/>
                  </a:ext>
                </a:extLst>
              </p14:cNvPr>
              <p14:cNvContentPartPr/>
              <p14:nvPr/>
            </p14:nvContentPartPr>
            <p14:xfrm>
              <a:off x="6860680" y="2468182"/>
              <a:ext cx="624960" cy="204120"/>
            </p14:xfrm>
          </p:contentPart>
        </mc:Choice>
        <mc:Fallback xmlns="">
          <p:pic>
            <p:nvPicPr>
              <p:cNvPr id="651" name="筆跡 650">
                <a:extLst>
                  <a:ext uri="{FF2B5EF4-FFF2-40B4-BE49-F238E27FC236}">
                    <a16:creationId xmlns:a16="http://schemas.microsoft.com/office/drawing/2014/main" id="{41052869-054B-2BDA-FC3C-07AEDE4478D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829738" y="2437222"/>
                <a:ext cx="686125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656" name="筆跡 655">
                <a:extLst>
                  <a:ext uri="{FF2B5EF4-FFF2-40B4-BE49-F238E27FC236}">
                    <a16:creationId xmlns:a16="http://schemas.microsoft.com/office/drawing/2014/main" id="{B1B14329-2004-3032-F3C1-31999D32EC45}"/>
                  </a:ext>
                </a:extLst>
              </p14:cNvPr>
              <p14:cNvContentPartPr/>
              <p14:nvPr/>
            </p14:nvContentPartPr>
            <p14:xfrm>
              <a:off x="7633600" y="2304022"/>
              <a:ext cx="533520" cy="417240"/>
            </p14:xfrm>
          </p:contentPart>
        </mc:Choice>
        <mc:Fallback xmlns="">
          <p:pic>
            <p:nvPicPr>
              <p:cNvPr id="656" name="筆跡 655">
                <a:extLst>
                  <a:ext uri="{FF2B5EF4-FFF2-40B4-BE49-F238E27FC236}">
                    <a16:creationId xmlns:a16="http://schemas.microsoft.com/office/drawing/2014/main" id="{B1B14329-2004-3032-F3C1-31999D32EC4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602640" y="2273062"/>
                <a:ext cx="59472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659" name="筆跡 658">
                <a:extLst>
                  <a:ext uri="{FF2B5EF4-FFF2-40B4-BE49-F238E27FC236}">
                    <a16:creationId xmlns:a16="http://schemas.microsoft.com/office/drawing/2014/main" id="{D4865E6B-7327-6A33-33CB-4BC5DF2F79C2}"/>
                  </a:ext>
                </a:extLst>
              </p14:cNvPr>
              <p14:cNvContentPartPr/>
              <p14:nvPr/>
            </p14:nvContentPartPr>
            <p14:xfrm>
              <a:off x="6790680" y="78480"/>
              <a:ext cx="260640" cy="257040"/>
            </p14:xfrm>
          </p:contentPart>
        </mc:Choice>
        <mc:Fallback xmlns="">
          <p:pic>
            <p:nvPicPr>
              <p:cNvPr id="659" name="筆跡 658">
                <a:extLst>
                  <a:ext uri="{FF2B5EF4-FFF2-40B4-BE49-F238E27FC236}">
                    <a16:creationId xmlns:a16="http://schemas.microsoft.com/office/drawing/2014/main" id="{D4865E6B-7327-6A33-33CB-4BC5DF2F79C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759720" y="47520"/>
                <a:ext cx="32184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660" name="筆跡 659">
                <a:extLst>
                  <a:ext uri="{FF2B5EF4-FFF2-40B4-BE49-F238E27FC236}">
                    <a16:creationId xmlns:a16="http://schemas.microsoft.com/office/drawing/2014/main" id="{7C303688-26B2-7A4E-C16A-9CF132FB9B0F}"/>
                  </a:ext>
                </a:extLst>
              </p14:cNvPr>
              <p14:cNvContentPartPr/>
              <p14:nvPr/>
            </p14:nvContentPartPr>
            <p14:xfrm>
              <a:off x="6838560" y="82800"/>
              <a:ext cx="47160" cy="65160"/>
            </p14:xfrm>
          </p:contentPart>
        </mc:Choice>
        <mc:Fallback xmlns="">
          <p:pic>
            <p:nvPicPr>
              <p:cNvPr id="660" name="筆跡 659">
                <a:extLst>
                  <a:ext uri="{FF2B5EF4-FFF2-40B4-BE49-F238E27FC236}">
                    <a16:creationId xmlns:a16="http://schemas.microsoft.com/office/drawing/2014/main" id="{7C303688-26B2-7A4E-C16A-9CF132FB9B0F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807600" y="51840"/>
                <a:ext cx="10836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663" name="筆跡 662">
                <a:extLst>
                  <a:ext uri="{FF2B5EF4-FFF2-40B4-BE49-F238E27FC236}">
                    <a16:creationId xmlns:a16="http://schemas.microsoft.com/office/drawing/2014/main" id="{2ED70F20-9257-BC34-35F1-7CFB07130A53}"/>
                  </a:ext>
                </a:extLst>
              </p14:cNvPr>
              <p14:cNvContentPartPr/>
              <p14:nvPr/>
            </p14:nvContentPartPr>
            <p14:xfrm>
              <a:off x="7137360" y="64440"/>
              <a:ext cx="99360" cy="147960"/>
            </p14:xfrm>
          </p:contentPart>
        </mc:Choice>
        <mc:Fallback xmlns="">
          <p:pic>
            <p:nvPicPr>
              <p:cNvPr id="663" name="筆跡 662">
                <a:extLst>
                  <a:ext uri="{FF2B5EF4-FFF2-40B4-BE49-F238E27FC236}">
                    <a16:creationId xmlns:a16="http://schemas.microsoft.com/office/drawing/2014/main" id="{2ED70F20-9257-BC34-35F1-7CFB07130A5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106512" y="33480"/>
                <a:ext cx="160339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664" name="筆跡 663">
                <a:extLst>
                  <a:ext uri="{FF2B5EF4-FFF2-40B4-BE49-F238E27FC236}">
                    <a16:creationId xmlns:a16="http://schemas.microsoft.com/office/drawing/2014/main" id="{E24BF60A-A6BA-3828-E4DE-371D6086FE2E}"/>
                  </a:ext>
                </a:extLst>
              </p14:cNvPr>
              <p14:cNvContentPartPr/>
              <p14:nvPr/>
            </p14:nvContentPartPr>
            <p14:xfrm>
              <a:off x="203892" y="2963836"/>
              <a:ext cx="3272400" cy="114120"/>
            </p14:xfrm>
          </p:contentPart>
        </mc:Choice>
        <mc:Fallback xmlns="">
          <p:pic>
            <p:nvPicPr>
              <p:cNvPr id="664" name="筆跡 663">
                <a:extLst>
                  <a:ext uri="{FF2B5EF4-FFF2-40B4-BE49-F238E27FC236}">
                    <a16:creationId xmlns:a16="http://schemas.microsoft.com/office/drawing/2014/main" id="{E24BF60A-A6BA-3828-E4DE-371D6086FE2E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88412" y="2948356"/>
                <a:ext cx="33030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669" name="筆跡 668">
                <a:extLst>
                  <a:ext uri="{FF2B5EF4-FFF2-40B4-BE49-F238E27FC236}">
                    <a16:creationId xmlns:a16="http://schemas.microsoft.com/office/drawing/2014/main" id="{4509BE3E-419F-96A5-21A9-8E82528ECEAE}"/>
                  </a:ext>
                </a:extLst>
              </p14:cNvPr>
              <p14:cNvContentPartPr/>
              <p14:nvPr/>
            </p14:nvContentPartPr>
            <p14:xfrm>
              <a:off x="1292892" y="3387916"/>
              <a:ext cx="214920" cy="140760"/>
            </p14:xfrm>
          </p:contentPart>
        </mc:Choice>
        <mc:Fallback xmlns="">
          <p:pic>
            <p:nvPicPr>
              <p:cNvPr id="669" name="筆跡 668">
                <a:extLst>
                  <a:ext uri="{FF2B5EF4-FFF2-40B4-BE49-F238E27FC236}">
                    <a16:creationId xmlns:a16="http://schemas.microsoft.com/office/drawing/2014/main" id="{4509BE3E-419F-96A5-21A9-8E82528ECEA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277412" y="3372436"/>
                <a:ext cx="2455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670" name="筆跡 669">
                <a:extLst>
                  <a:ext uri="{FF2B5EF4-FFF2-40B4-BE49-F238E27FC236}">
                    <a16:creationId xmlns:a16="http://schemas.microsoft.com/office/drawing/2014/main" id="{1E6C8437-C238-239E-8B19-5744B466263D}"/>
                  </a:ext>
                </a:extLst>
              </p14:cNvPr>
              <p14:cNvContentPartPr/>
              <p14:nvPr/>
            </p14:nvContentPartPr>
            <p14:xfrm>
              <a:off x="1699747" y="3313300"/>
              <a:ext cx="215280" cy="294840"/>
            </p14:xfrm>
          </p:contentPart>
        </mc:Choice>
        <mc:Fallback xmlns="">
          <p:pic>
            <p:nvPicPr>
              <p:cNvPr id="670" name="筆跡 669">
                <a:extLst>
                  <a:ext uri="{FF2B5EF4-FFF2-40B4-BE49-F238E27FC236}">
                    <a16:creationId xmlns:a16="http://schemas.microsoft.com/office/drawing/2014/main" id="{1E6C8437-C238-239E-8B19-5744B466263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684293" y="3297820"/>
                <a:ext cx="245829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671" name="筆跡 670">
                <a:extLst>
                  <a:ext uri="{FF2B5EF4-FFF2-40B4-BE49-F238E27FC236}">
                    <a16:creationId xmlns:a16="http://schemas.microsoft.com/office/drawing/2014/main" id="{7BF56A46-2D36-5C44-9C71-0007907948E8}"/>
                  </a:ext>
                </a:extLst>
              </p14:cNvPr>
              <p14:cNvContentPartPr/>
              <p14:nvPr/>
            </p14:nvContentPartPr>
            <p14:xfrm>
              <a:off x="3756787" y="2991460"/>
              <a:ext cx="1210680" cy="121680"/>
            </p14:xfrm>
          </p:contentPart>
        </mc:Choice>
        <mc:Fallback xmlns="">
          <p:pic>
            <p:nvPicPr>
              <p:cNvPr id="671" name="筆跡 670">
                <a:extLst>
                  <a:ext uri="{FF2B5EF4-FFF2-40B4-BE49-F238E27FC236}">
                    <a16:creationId xmlns:a16="http://schemas.microsoft.com/office/drawing/2014/main" id="{7BF56A46-2D36-5C44-9C71-0007907948E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741307" y="2975980"/>
                <a:ext cx="12412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673" name="筆跡 672">
                <a:extLst>
                  <a:ext uri="{FF2B5EF4-FFF2-40B4-BE49-F238E27FC236}">
                    <a16:creationId xmlns:a16="http://schemas.microsoft.com/office/drawing/2014/main" id="{7DACDE80-8893-D0AF-CEF7-66EB1BE02499}"/>
                  </a:ext>
                </a:extLst>
              </p14:cNvPr>
              <p14:cNvContentPartPr/>
              <p14:nvPr/>
            </p14:nvContentPartPr>
            <p14:xfrm>
              <a:off x="4157467" y="3293500"/>
              <a:ext cx="286920" cy="262800"/>
            </p14:xfrm>
          </p:contentPart>
        </mc:Choice>
        <mc:Fallback xmlns="">
          <p:pic>
            <p:nvPicPr>
              <p:cNvPr id="673" name="筆跡 672">
                <a:extLst>
                  <a:ext uri="{FF2B5EF4-FFF2-40B4-BE49-F238E27FC236}">
                    <a16:creationId xmlns:a16="http://schemas.microsoft.com/office/drawing/2014/main" id="{7DACDE80-8893-D0AF-CEF7-66EB1BE02499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141987" y="3278020"/>
                <a:ext cx="31752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675" name="筆跡 674">
                <a:extLst>
                  <a:ext uri="{FF2B5EF4-FFF2-40B4-BE49-F238E27FC236}">
                    <a16:creationId xmlns:a16="http://schemas.microsoft.com/office/drawing/2014/main" id="{3811EE30-75CC-48FF-BACB-5BEE73B2EB28}"/>
                  </a:ext>
                </a:extLst>
              </p14:cNvPr>
              <p14:cNvContentPartPr/>
              <p14:nvPr/>
            </p14:nvContentPartPr>
            <p14:xfrm>
              <a:off x="5323258" y="2853885"/>
              <a:ext cx="1007280" cy="70560"/>
            </p14:xfrm>
          </p:contentPart>
        </mc:Choice>
        <mc:Fallback xmlns="">
          <p:pic>
            <p:nvPicPr>
              <p:cNvPr id="675" name="筆跡 674">
                <a:extLst>
                  <a:ext uri="{FF2B5EF4-FFF2-40B4-BE49-F238E27FC236}">
                    <a16:creationId xmlns:a16="http://schemas.microsoft.com/office/drawing/2014/main" id="{3811EE30-75CC-48FF-BACB-5BEE73B2EB2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307772" y="2838405"/>
                <a:ext cx="1037891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676" name="筆跡 675">
                <a:extLst>
                  <a:ext uri="{FF2B5EF4-FFF2-40B4-BE49-F238E27FC236}">
                    <a16:creationId xmlns:a16="http://schemas.microsoft.com/office/drawing/2014/main" id="{3978875E-B9A7-506E-7E63-3DD50DB23E47}"/>
                  </a:ext>
                </a:extLst>
              </p14:cNvPr>
              <p14:cNvContentPartPr/>
              <p14:nvPr/>
            </p14:nvContentPartPr>
            <p14:xfrm>
              <a:off x="6897538" y="2787285"/>
              <a:ext cx="1321560" cy="122040"/>
            </p14:xfrm>
          </p:contentPart>
        </mc:Choice>
        <mc:Fallback xmlns="">
          <p:pic>
            <p:nvPicPr>
              <p:cNvPr id="676" name="筆跡 675">
                <a:extLst>
                  <a:ext uri="{FF2B5EF4-FFF2-40B4-BE49-F238E27FC236}">
                    <a16:creationId xmlns:a16="http://schemas.microsoft.com/office/drawing/2014/main" id="{3978875E-B9A7-506E-7E63-3DD50DB23E4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882058" y="2771805"/>
                <a:ext cx="13521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687" name="筆跡 686">
                <a:extLst>
                  <a:ext uri="{FF2B5EF4-FFF2-40B4-BE49-F238E27FC236}">
                    <a16:creationId xmlns:a16="http://schemas.microsoft.com/office/drawing/2014/main" id="{179D72BA-A66A-CD3B-DB21-2E59983FF74A}"/>
                  </a:ext>
                </a:extLst>
              </p14:cNvPr>
              <p14:cNvContentPartPr/>
              <p14:nvPr/>
            </p14:nvContentPartPr>
            <p14:xfrm>
              <a:off x="7323418" y="2936325"/>
              <a:ext cx="426600" cy="338040"/>
            </p14:xfrm>
          </p:contentPart>
        </mc:Choice>
        <mc:Fallback xmlns="">
          <p:pic>
            <p:nvPicPr>
              <p:cNvPr id="687" name="筆跡 686">
                <a:extLst>
                  <a:ext uri="{FF2B5EF4-FFF2-40B4-BE49-F238E27FC236}">
                    <a16:creationId xmlns:a16="http://schemas.microsoft.com/office/drawing/2014/main" id="{179D72BA-A66A-CD3B-DB21-2E59983FF74A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307938" y="2920828"/>
                <a:ext cx="457200" cy="368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688" name="筆跡 687">
                <a:extLst>
                  <a:ext uri="{FF2B5EF4-FFF2-40B4-BE49-F238E27FC236}">
                    <a16:creationId xmlns:a16="http://schemas.microsoft.com/office/drawing/2014/main" id="{4FA08320-A6E3-982C-4AEA-E39BA96B3B5D}"/>
                  </a:ext>
                </a:extLst>
              </p14:cNvPr>
              <p14:cNvContentPartPr/>
              <p14:nvPr/>
            </p14:nvContentPartPr>
            <p14:xfrm>
              <a:off x="5629618" y="3022725"/>
              <a:ext cx="546120" cy="227880"/>
            </p14:xfrm>
          </p:contentPart>
        </mc:Choice>
        <mc:Fallback xmlns="">
          <p:pic>
            <p:nvPicPr>
              <p:cNvPr id="688" name="筆跡 687">
                <a:extLst>
                  <a:ext uri="{FF2B5EF4-FFF2-40B4-BE49-F238E27FC236}">
                    <a16:creationId xmlns:a16="http://schemas.microsoft.com/office/drawing/2014/main" id="{4FA08320-A6E3-982C-4AEA-E39BA96B3B5D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614138" y="3007221"/>
                <a:ext cx="576720" cy="258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692" name="筆跡 691">
                <a:extLst>
                  <a:ext uri="{FF2B5EF4-FFF2-40B4-BE49-F238E27FC236}">
                    <a16:creationId xmlns:a16="http://schemas.microsoft.com/office/drawing/2014/main" id="{7280BD6C-6FF6-35D9-7978-1C8602C1B005}"/>
                  </a:ext>
                </a:extLst>
              </p14:cNvPr>
              <p14:cNvContentPartPr/>
              <p14:nvPr/>
            </p14:nvContentPartPr>
            <p14:xfrm>
              <a:off x="5444938" y="3368325"/>
              <a:ext cx="2755440" cy="423360"/>
            </p14:xfrm>
          </p:contentPart>
        </mc:Choice>
        <mc:Fallback xmlns="">
          <p:pic>
            <p:nvPicPr>
              <p:cNvPr id="692" name="筆跡 691">
                <a:extLst>
                  <a:ext uri="{FF2B5EF4-FFF2-40B4-BE49-F238E27FC236}">
                    <a16:creationId xmlns:a16="http://schemas.microsoft.com/office/drawing/2014/main" id="{7280BD6C-6FF6-35D9-7978-1C8602C1B00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429458" y="3352858"/>
                <a:ext cx="2786040" cy="4539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697" name="筆跡 696">
                <a:extLst>
                  <a:ext uri="{FF2B5EF4-FFF2-40B4-BE49-F238E27FC236}">
                    <a16:creationId xmlns:a16="http://schemas.microsoft.com/office/drawing/2014/main" id="{CFD5E33A-7762-9B6C-4837-E59AF46DF712}"/>
                  </a:ext>
                </a:extLst>
              </p14:cNvPr>
              <p14:cNvContentPartPr/>
              <p14:nvPr/>
            </p14:nvContentPartPr>
            <p14:xfrm>
              <a:off x="5111140" y="3564451"/>
              <a:ext cx="188640" cy="255600"/>
            </p14:xfrm>
          </p:contentPart>
        </mc:Choice>
        <mc:Fallback xmlns="">
          <p:pic>
            <p:nvPicPr>
              <p:cNvPr id="697" name="筆跡 696">
                <a:extLst>
                  <a:ext uri="{FF2B5EF4-FFF2-40B4-BE49-F238E27FC236}">
                    <a16:creationId xmlns:a16="http://schemas.microsoft.com/office/drawing/2014/main" id="{CFD5E33A-7762-9B6C-4837-E59AF46DF712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095660" y="3548971"/>
                <a:ext cx="2192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698" name="筆跡 697">
                <a:extLst>
                  <a:ext uri="{FF2B5EF4-FFF2-40B4-BE49-F238E27FC236}">
                    <a16:creationId xmlns:a16="http://schemas.microsoft.com/office/drawing/2014/main" id="{0D493932-3152-7D4F-A0AF-E81FFAC238D3}"/>
                  </a:ext>
                </a:extLst>
              </p14:cNvPr>
              <p14:cNvContentPartPr/>
              <p14:nvPr/>
            </p14:nvContentPartPr>
            <p14:xfrm>
              <a:off x="2834140" y="3521251"/>
              <a:ext cx="169200" cy="110160"/>
            </p14:xfrm>
          </p:contentPart>
        </mc:Choice>
        <mc:Fallback xmlns="">
          <p:pic>
            <p:nvPicPr>
              <p:cNvPr id="698" name="筆跡 697">
                <a:extLst>
                  <a:ext uri="{FF2B5EF4-FFF2-40B4-BE49-F238E27FC236}">
                    <a16:creationId xmlns:a16="http://schemas.microsoft.com/office/drawing/2014/main" id="{0D493932-3152-7D4F-A0AF-E81FFAC238D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818660" y="3505771"/>
                <a:ext cx="1998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699" name="筆跡 698">
                <a:extLst>
                  <a:ext uri="{FF2B5EF4-FFF2-40B4-BE49-F238E27FC236}">
                    <a16:creationId xmlns:a16="http://schemas.microsoft.com/office/drawing/2014/main" id="{8EC1DE7F-D2B1-7337-66A2-1464A401FE75}"/>
                  </a:ext>
                </a:extLst>
              </p14:cNvPr>
              <p14:cNvContentPartPr/>
              <p14:nvPr/>
            </p14:nvContentPartPr>
            <p14:xfrm>
              <a:off x="6014740" y="3564451"/>
              <a:ext cx="270000" cy="153000"/>
            </p14:xfrm>
          </p:contentPart>
        </mc:Choice>
        <mc:Fallback xmlns="">
          <p:pic>
            <p:nvPicPr>
              <p:cNvPr id="699" name="筆跡 698">
                <a:extLst>
                  <a:ext uri="{FF2B5EF4-FFF2-40B4-BE49-F238E27FC236}">
                    <a16:creationId xmlns:a16="http://schemas.microsoft.com/office/drawing/2014/main" id="{8EC1DE7F-D2B1-7337-66A2-1464A401FE7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999260" y="3548971"/>
                <a:ext cx="3006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700" name="筆跡 699">
                <a:extLst>
                  <a:ext uri="{FF2B5EF4-FFF2-40B4-BE49-F238E27FC236}">
                    <a16:creationId xmlns:a16="http://schemas.microsoft.com/office/drawing/2014/main" id="{87F2BB8E-6AB8-B477-AD2D-A40D0FB041EC}"/>
                  </a:ext>
                </a:extLst>
              </p14:cNvPr>
              <p14:cNvContentPartPr/>
              <p14:nvPr/>
            </p14:nvContentPartPr>
            <p14:xfrm>
              <a:off x="692465" y="1322785"/>
              <a:ext cx="90360" cy="113400"/>
            </p14:xfrm>
          </p:contentPart>
        </mc:Choice>
        <mc:Fallback xmlns="">
          <p:pic>
            <p:nvPicPr>
              <p:cNvPr id="700" name="筆跡 699">
                <a:extLst>
                  <a:ext uri="{FF2B5EF4-FFF2-40B4-BE49-F238E27FC236}">
                    <a16:creationId xmlns:a16="http://schemas.microsoft.com/office/drawing/2014/main" id="{87F2BB8E-6AB8-B477-AD2D-A40D0FB041E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61505" y="1291825"/>
                <a:ext cx="1515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701" name="筆跡 700">
                <a:extLst>
                  <a:ext uri="{FF2B5EF4-FFF2-40B4-BE49-F238E27FC236}">
                    <a16:creationId xmlns:a16="http://schemas.microsoft.com/office/drawing/2014/main" id="{6810AD23-81B4-CCCC-7294-F870985C033D}"/>
                  </a:ext>
                </a:extLst>
              </p14:cNvPr>
              <p14:cNvContentPartPr/>
              <p14:nvPr/>
            </p14:nvContentPartPr>
            <p14:xfrm>
              <a:off x="727025" y="2435905"/>
              <a:ext cx="78840" cy="128520"/>
            </p14:xfrm>
          </p:contentPart>
        </mc:Choice>
        <mc:Fallback xmlns="">
          <p:pic>
            <p:nvPicPr>
              <p:cNvPr id="701" name="筆跡 700">
                <a:extLst>
                  <a:ext uri="{FF2B5EF4-FFF2-40B4-BE49-F238E27FC236}">
                    <a16:creationId xmlns:a16="http://schemas.microsoft.com/office/drawing/2014/main" id="{6810AD23-81B4-CCCC-7294-F870985C033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96065" y="2404858"/>
                <a:ext cx="140040" cy="1898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705" name="筆跡 704">
                <a:extLst>
                  <a:ext uri="{FF2B5EF4-FFF2-40B4-BE49-F238E27FC236}">
                    <a16:creationId xmlns:a16="http://schemas.microsoft.com/office/drawing/2014/main" id="{BE927217-4F42-34BE-0B84-4AD07BD60148}"/>
                  </a:ext>
                </a:extLst>
              </p14:cNvPr>
              <p14:cNvContentPartPr/>
              <p14:nvPr/>
            </p14:nvContentPartPr>
            <p14:xfrm>
              <a:off x="391279" y="3931961"/>
              <a:ext cx="159840" cy="129600"/>
            </p14:xfrm>
          </p:contentPart>
        </mc:Choice>
        <mc:Fallback xmlns="">
          <p:pic>
            <p:nvPicPr>
              <p:cNvPr id="705" name="筆跡 704">
                <a:extLst>
                  <a:ext uri="{FF2B5EF4-FFF2-40B4-BE49-F238E27FC236}">
                    <a16:creationId xmlns:a16="http://schemas.microsoft.com/office/drawing/2014/main" id="{BE927217-4F42-34BE-0B84-4AD07BD6014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75799" y="3916481"/>
                <a:ext cx="1904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706" name="筆跡 705">
                <a:extLst>
                  <a:ext uri="{FF2B5EF4-FFF2-40B4-BE49-F238E27FC236}">
                    <a16:creationId xmlns:a16="http://schemas.microsoft.com/office/drawing/2014/main" id="{72CA0106-F563-9A7C-81EB-30B3EC6C429A}"/>
                  </a:ext>
                </a:extLst>
              </p14:cNvPr>
              <p14:cNvContentPartPr/>
              <p14:nvPr/>
            </p14:nvContentPartPr>
            <p14:xfrm>
              <a:off x="637879" y="4080641"/>
              <a:ext cx="210960" cy="222120"/>
            </p14:xfrm>
          </p:contentPart>
        </mc:Choice>
        <mc:Fallback xmlns="">
          <p:pic>
            <p:nvPicPr>
              <p:cNvPr id="706" name="筆跡 705">
                <a:extLst>
                  <a:ext uri="{FF2B5EF4-FFF2-40B4-BE49-F238E27FC236}">
                    <a16:creationId xmlns:a16="http://schemas.microsoft.com/office/drawing/2014/main" id="{72CA0106-F563-9A7C-81EB-30B3EC6C429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22373" y="4065136"/>
                <a:ext cx="241612" cy="252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707" name="筆跡 706">
                <a:extLst>
                  <a:ext uri="{FF2B5EF4-FFF2-40B4-BE49-F238E27FC236}">
                    <a16:creationId xmlns:a16="http://schemas.microsoft.com/office/drawing/2014/main" id="{5F0F9CA2-D366-BAEF-95E4-D84B3D54A917}"/>
                  </a:ext>
                </a:extLst>
              </p14:cNvPr>
              <p14:cNvContentPartPr/>
              <p14:nvPr/>
            </p14:nvContentPartPr>
            <p14:xfrm>
              <a:off x="888439" y="4192241"/>
              <a:ext cx="20520" cy="87120"/>
            </p14:xfrm>
          </p:contentPart>
        </mc:Choice>
        <mc:Fallback xmlns="">
          <p:pic>
            <p:nvPicPr>
              <p:cNvPr id="707" name="筆跡 706">
                <a:extLst>
                  <a:ext uri="{FF2B5EF4-FFF2-40B4-BE49-F238E27FC236}">
                    <a16:creationId xmlns:a16="http://schemas.microsoft.com/office/drawing/2014/main" id="{5F0F9CA2-D366-BAEF-95E4-D84B3D54A91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72683" y="4176761"/>
                <a:ext cx="51666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708" name="筆跡 707">
                <a:extLst>
                  <a:ext uri="{FF2B5EF4-FFF2-40B4-BE49-F238E27FC236}">
                    <a16:creationId xmlns:a16="http://schemas.microsoft.com/office/drawing/2014/main" id="{6D104D12-BFC8-1C86-CA66-902C8A91EA40}"/>
                  </a:ext>
                </a:extLst>
              </p14:cNvPr>
              <p14:cNvContentPartPr/>
              <p14:nvPr/>
            </p14:nvContentPartPr>
            <p14:xfrm>
              <a:off x="878359" y="4142201"/>
              <a:ext cx="13680" cy="20520"/>
            </p14:xfrm>
          </p:contentPart>
        </mc:Choice>
        <mc:Fallback xmlns="">
          <p:pic>
            <p:nvPicPr>
              <p:cNvPr id="708" name="筆跡 707">
                <a:extLst>
                  <a:ext uri="{FF2B5EF4-FFF2-40B4-BE49-F238E27FC236}">
                    <a16:creationId xmlns:a16="http://schemas.microsoft.com/office/drawing/2014/main" id="{6D104D12-BFC8-1C86-CA66-902C8A91EA4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862879" y="4126445"/>
                <a:ext cx="44280" cy="5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709" name="筆跡 708">
                <a:extLst>
                  <a:ext uri="{FF2B5EF4-FFF2-40B4-BE49-F238E27FC236}">
                    <a16:creationId xmlns:a16="http://schemas.microsoft.com/office/drawing/2014/main" id="{73431C02-DD35-605E-1645-D13A2F894EF0}"/>
                  </a:ext>
                </a:extLst>
              </p14:cNvPr>
              <p14:cNvContentPartPr/>
              <p14:nvPr/>
            </p14:nvContentPartPr>
            <p14:xfrm>
              <a:off x="975199" y="4195841"/>
              <a:ext cx="63720" cy="123840"/>
            </p14:xfrm>
          </p:contentPart>
        </mc:Choice>
        <mc:Fallback xmlns="">
          <p:pic>
            <p:nvPicPr>
              <p:cNvPr id="709" name="筆跡 708">
                <a:extLst>
                  <a:ext uri="{FF2B5EF4-FFF2-40B4-BE49-F238E27FC236}">
                    <a16:creationId xmlns:a16="http://schemas.microsoft.com/office/drawing/2014/main" id="{73431C02-DD35-605E-1645-D13A2F894EF0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59719" y="4180406"/>
                <a:ext cx="94320" cy="154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710" name="筆跡 709">
                <a:extLst>
                  <a:ext uri="{FF2B5EF4-FFF2-40B4-BE49-F238E27FC236}">
                    <a16:creationId xmlns:a16="http://schemas.microsoft.com/office/drawing/2014/main" id="{51B532CD-7FCC-C53E-71A5-C9F2F67754FF}"/>
                  </a:ext>
                </a:extLst>
              </p14:cNvPr>
              <p14:cNvContentPartPr/>
              <p14:nvPr/>
            </p14:nvContentPartPr>
            <p14:xfrm>
              <a:off x="1055479" y="4199081"/>
              <a:ext cx="130680" cy="117360"/>
            </p14:xfrm>
          </p:contentPart>
        </mc:Choice>
        <mc:Fallback xmlns="">
          <p:pic>
            <p:nvPicPr>
              <p:cNvPr id="710" name="筆跡 709">
                <a:extLst>
                  <a:ext uri="{FF2B5EF4-FFF2-40B4-BE49-F238E27FC236}">
                    <a16:creationId xmlns:a16="http://schemas.microsoft.com/office/drawing/2014/main" id="{51B532CD-7FCC-C53E-71A5-C9F2F67754F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39956" y="4183601"/>
                <a:ext cx="161365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711" name="筆跡 710">
                <a:extLst>
                  <a:ext uri="{FF2B5EF4-FFF2-40B4-BE49-F238E27FC236}">
                    <a16:creationId xmlns:a16="http://schemas.microsoft.com/office/drawing/2014/main" id="{A12BA476-5F5D-3A95-BB62-F26C9B5D2B52}"/>
                  </a:ext>
                </a:extLst>
              </p14:cNvPr>
              <p14:cNvContentPartPr/>
              <p14:nvPr/>
            </p14:nvContentPartPr>
            <p14:xfrm>
              <a:off x="1258879" y="4209161"/>
              <a:ext cx="50400" cy="123840"/>
            </p14:xfrm>
          </p:contentPart>
        </mc:Choice>
        <mc:Fallback xmlns="">
          <p:pic>
            <p:nvPicPr>
              <p:cNvPr id="711" name="筆跡 710">
                <a:extLst>
                  <a:ext uri="{FF2B5EF4-FFF2-40B4-BE49-F238E27FC236}">
                    <a16:creationId xmlns:a16="http://schemas.microsoft.com/office/drawing/2014/main" id="{A12BA476-5F5D-3A95-BB62-F26C9B5D2B5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243399" y="4193726"/>
                <a:ext cx="81000" cy="154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728" name="筆跡 727">
                <a:extLst>
                  <a:ext uri="{FF2B5EF4-FFF2-40B4-BE49-F238E27FC236}">
                    <a16:creationId xmlns:a16="http://schemas.microsoft.com/office/drawing/2014/main" id="{0AA541F3-5802-3064-747F-85026BFFEDCD}"/>
                  </a:ext>
                </a:extLst>
              </p14:cNvPr>
              <p14:cNvContentPartPr/>
              <p14:nvPr/>
            </p14:nvContentPartPr>
            <p14:xfrm>
              <a:off x="1389559" y="4175681"/>
              <a:ext cx="411480" cy="407160"/>
            </p14:xfrm>
          </p:contentPart>
        </mc:Choice>
        <mc:Fallback xmlns="">
          <p:pic>
            <p:nvPicPr>
              <p:cNvPr id="728" name="筆跡 727">
                <a:extLst>
                  <a:ext uri="{FF2B5EF4-FFF2-40B4-BE49-F238E27FC236}">
                    <a16:creationId xmlns:a16="http://schemas.microsoft.com/office/drawing/2014/main" id="{0AA541F3-5802-3064-747F-85026BFFEDC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374079" y="4160201"/>
                <a:ext cx="44208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734" name="筆跡 733">
                <a:extLst>
                  <a:ext uri="{FF2B5EF4-FFF2-40B4-BE49-F238E27FC236}">
                    <a16:creationId xmlns:a16="http://schemas.microsoft.com/office/drawing/2014/main" id="{232715D3-0FF0-3841-CBF1-B9AC6A26CE88}"/>
                  </a:ext>
                </a:extLst>
              </p14:cNvPr>
              <p14:cNvContentPartPr/>
              <p14:nvPr/>
            </p14:nvContentPartPr>
            <p14:xfrm>
              <a:off x="2217919" y="4055801"/>
              <a:ext cx="351000" cy="334440"/>
            </p14:xfrm>
          </p:contentPart>
        </mc:Choice>
        <mc:Fallback xmlns="">
          <p:pic>
            <p:nvPicPr>
              <p:cNvPr id="734" name="筆跡 733">
                <a:extLst>
                  <a:ext uri="{FF2B5EF4-FFF2-40B4-BE49-F238E27FC236}">
                    <a16:creationId xmlns:a16="http://schemas.microsoft.com/office/drawing/2014/main" id="{232715D3-0FF0-3841-CBF1-B9AC6A26CE88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202439" y="4040321"/>
                <a:ext cx="38160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736" name="筆跡 735">
                <a:extLst>
                  <a:ext uri="{FF2B5EF4-FFF2-40B4-BE49-F238E27FC236}">
                    <a16:creationId xmlns:a16="http://schemas.microsoft.com/office/drawing/2014/main" id="{CBD262C2-B86C-82E4-68A8-9345DA17E777}"/>
                  </a:ext>
                </a:extLst>
              </p14:cNvPr>
              <p14:cNvContentPartPr/>
              <p14:nvPr/>
            </p14:nvContentPartPr>
            <p14:xfrm>
              <a:off x="2916319" y="4018361"/>
              <a:ext cx="528120" cy="351360"/>
            </p14:xfrm>
          </p:contentPart>
        </mc:Choice>
        <mc:Fallback xmlns="">
          <p:pic>
            <p:nvPicPr>
              <p:cNvPr id="736" name="筆跡 735">
                <a:extLst>
                  <a:ext uri="{FF2B5EF4-FFF2-40B4-BE49-F238E27FC236}">
                    <a16:creationId xmlns:a16="http://schemas.microsoft.com/office/drawing/2014/main" id="{CBD262C2-B86C-82E4-68A8-9345DA17E777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900850" y="4002897"/>
                <a:ext cx="558699" cy="3819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757" name="筆跡 756">
                <a:extLst>
                  <a:ext uri="{FF2B5EF4-FFF2-40B4-BE49-F238E27FC236}">
                    <a16:creationId xmlns:a16="http://schemas.microsoft.com/office/drawing/2014/main" id="{9C684427-22A2-7AC4-1808-F061D328F479}"/>
                  </a:ext>
                </a:extLst>
              </p14:cNvPr>
              <p14:cNvContentPartPr/>
              <p14:nvPr/>
            </p14:nvContentPartPr>
            <p14:xfrm>
              <a:off x="4456267" y="4045514"/>
              <a:ext cx="1918080" cy="404280"/>
            </p14:xfrm>
          </p:contentPart>
        </mc:Choice>
        <mc:Fallback xmlns="">
          <p:pic>
            <p:nvPicPr>
              <p:cNvPr id="757" name="筆跡 756">
                <a:extLst>
                  <a:ext uri="{FF2B5EF4-FFF2-40B4-BE49-F238E27FC236}">
                    <a16:creationId xmlns:a16="http://schemas.microsoft.com/office/drawing/2014/main" id="{9C684427-22A2-7AC4-1808-F061D328F479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440784" y="4030048"/>
                <a:ext cx="1948686" cy="434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758" name="筆跡 757">
                <a:extLst>
                  <a:ext uri="{FF2B5EF4-FFF2-40B4-BE49-F238E27FC236}">
                    <a16:creationId xmlns:a16="http://schemas.microsoft.com/office/drawing/2014/main" id="{4EDB5DC1-9A71-A3C1-1908-081A044C3BC0}"/>
                  </a:ext>
                </a:extLst>
              </p14:cNvPr>
              <p14:cNvContentPartPr/>
              <p14:nvPr/>
            </p14:nvContentPartPr>
            <p14:xfrm>
              <a:off x="3965587" y="4162154"/>
              <a:ext cx="173880" cy="210960"/>
            </p14:xfrm>
          </p:contentPart>
        </mc:Choice>
        <mc:Fallback xmlns="">
          <p:pic>
            <p:nvPicPr>
              <p:cNvPr id="758" name="筆跡 757">
                <a:extLst>
                  <a:ext uri="{FF2B5EF4-FFF2-40B4-BE49-F238E27FC236}">
                    <a16:creationId xmlns:a16="http://schemas.microsoft.com/office/drawing/2014/main" id="{4EDB5DC1-9A71-A3C1-1908-081A044C3BC0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950075" y="4146674"/>
                <a:ext cx="204543" cy="24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1597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寬螢幕</PresentationFormat>
  <Slides>13</Slides>
  <Notes>1</Notes>
  <HiddenSlides>3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Microscopic Engine</vt:lpstr>
      <vt:lpstr>Stirling engine </vt:lpstr>
      <vt:lpstr>Various forms of “Work”</vt:lpstr>
      <vt:lpstr>“Work” of changing curvature</vt:lpstr>
      <vt:lpstr>PowerPoint 簡報</vt:lpstr>
      <vt:lpstr>PowerPoint 簡報</vt:lpstr>
      <vt:lpstr>PowerPoint 簡報</vt:lpstr>
      <vt:lpstr>Experiment</vt:lpstr>
      <vt:lpstr>AI操作指南</vt:lpstr>
      <vt:lpstr>參考評分標準</vt:lpstr>
      <vt:lpstr>Further questions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Microscopic Engine</dc:title>
  <dc:creator>10630許誠桓 0911</dc:creator>
  <cp:lastModifiedBy>10630許誠桓 0911</cp:lastModifiedBy>
  <cp:revision>3</cp:revision>
  <dcterms:created xsi:type="dcterms:W3CDTF">2026-07-30T06:19:13Z</dcterms:created>
  <dcterms:modified xsi:type="dcterms:W3CDTF">2026-10-20T20:15:27Z</dcterms:modified>
</cp:coreProperties>
</file>